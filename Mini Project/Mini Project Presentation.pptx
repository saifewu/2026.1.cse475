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56" r:id="rId3"/>
    <p:sldId id="257" r:id="rId4"/>
    <p:sldId id="258" r:id="rId5"/>
    <p:sldId id="259" r:id="rId6"/>
    <p:sldId id="264" r:id="rId7"/>
    <p:sldId id="265" r:id="rId8"/>
    <p:sldId id="262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049317-29BC-4895-B4BC-02E23005DD6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F4D1744-4A39-4E6D-8554-E010E5807784}">
      <dgm:prSet/>
      <dgm:spPr/>
      <dgm:t>
        <a:bodyPr/>
        <a:lstStyle/>
        <a:p>
          <a:r>
            <a:rPr lang="en-US" dirty="0">
              <a:latin typeface="Inter 28pt" panose="02000503000000020004" pitchFamily="2" charset="0"/>
              <a:ea typeface="Inter 28pt" panose="02000503000000020004" pitchFamily="2" charset="0"/>
            </a:rPr>
            <a:t>Detecting Cracks Using AI</a:t>
          </a:r>
        </a:p>
      </dgm:t>
    </dgm:pt>
    <dgm:pt modelId="{F871A23B-4C69-40D1-9381-45C56B5B23A2}" type="parTrans" cxnId="{D00CC2E6-6246-4663-972B-28E2A827164E}">
      <dgm:prSet/>
      <dgm:spPr/>
      <dgm:t>
        <a:bodyPr/>
        <a:lstStyle/>
        <a:p>
          <a:endParaRPr lang="en-US"/>
        </a:p>
      </dgm:t>
    </dgm:pt>
    <dgm:pt modelId="{614E887A-E06C-4A81-8EF9-92DCF4090C02}" type="sibTrans" cxnId="{D00CC2E6-6246-4663-972B-28E2A827164E}">
      <dgm:prSet/>
      <dgm:spPr/>
      <dgm:t>
        <a:bodyPr/>
        <a:lstStyle/>
        <a:p>
          <a:endParaRPr lang="en-US"/>
        </a:p>
      </dgm:t>
    </dgm:pt>
    <dgm:pt modelId="{ABD95607-44B5-4707-92B2-A99BDA355EB1}">
      <dgm:prSet/>
      <dgm:spPr/>
      <dgm:t>
        <a:bodyPr/>
        <a:lstStyle/>
        <a:p>
          <a:r>
            <a:rPr lang="en-US" dirty="0">
              <a:latin typeface="Inter 28pt" panose="02000503000000020004" pitchFamily="2" charset="0"/>
              <a:ea typeface="Inter 28pt" panose="02000503000000020004" pitchFamily="2" charset="0"/>
            </a:rPr>
            <a:t>Problem: Less Data, Complex Patterns</a:t>
          </a:r>
        </a:p>
      </dgm:t>
    </dgm:pt>
    <dgm:pt modelId="{58793F91-1C46-4E14-AD8A-A9CEE95422E2}" type="parTrans" cxnId="{693AE5F7-8B1E-4B00-9CED-65758DF6ABED}">
      <dgm:prSet/>
      <dgm:spPr/>
      <dgm:t>
        <a:bodyPr/>
        <a:lstStyle/>
        <a:p>
          <a:endParaRPr lang="en-US"/>
        </a:p>
      </dgm:t>
    </dgm:pt>
    <dgm:pt modelId="{E89F398B-7EC5-43AD-BAA5-5E3EC6A8B625}" type="sibTrans" cxnId="{693AE5F7-8B1E-4B00-9CED-65758DF6ABED}">
      <dgm:prSet/>
      <dgm:spPr/>
      <dgm:t>
        <a:bodyPr/>
        <a:lstStyle/>
        <a:p>
          <a:endParaRPr lang="en-US"/>
        </a:p>
      </dgm:t>
    </dgm:pt>
    <dgm:pt modelId="{98E8E3B9-14BF-4B31-BCFB-1C26FE79B904}">
      <dgm:prSet/>
      <dgm:spPr/>
      <dgm:t>
        <a:bodyPr/>
        <a:lstStyle/>
        <a:p>
          <a:r>
            <a:rPr lang="en-US" dirty="0">
              <a:latin typeface="Inter 28pt" panose="02000503000000020004" pitchFamily="2" charset="0"/>
              <a:ea typeface="Inter 28pt" panose="02000503000000020004" pitchFamily="2" charset="0"/>
            </a:rPr>
            <a:t>Solution: Learn without Labels</a:t>
          </a:r>
        </a:p>
      </dgm:t>
    </dgm:pt>
    <dgm:pt modelId="{0D21D207-9C97-487F-8300-B0DD95B7E04F}" type="parTrans" cxnId="{D831090C-4556-4D92-B28D-EE6DD4E03921}">
      <dgm:prSet/>
      <dgm:spPr/>
      <dgm:t>
        <a:bodyPr/>
        <a:lstStyle/>
        <a:p>
          <a:endParaRPr lang="en-US"/>
        </a:p>
      </dgm:t>
    </dgm:pt>
    <dgm:pt modelId="{CCAFCB6A-55FD-43F5-8ED9-70D3EE07A3B1}" type="sibTrans" cxnId="{D831090C-4556-4D92-B28D-EE6DD4E03921}">
      <dgm:prSet/>
      <dgm:spPr/>
      <dgm:t>
        <a:bodyPr/>
        <a:lstStyle/>
        <a:p>
          <a:endParaRPr lang="en-US"/>
        </a:p>
      </dgm:t>
    </dgm:pt>
    <dgm:pt modelId="{634F7AA4-F34B-47E3-A30E-B6ECCAF2E213}" type="pres">
      <dgm:prSet presAssocID="{CF049317-29BC-4895-B4BC-02E23005DD6A}" presName="root" presStyleCnt="0">
        <dgm:presLayoutVars>
          <dgm:dir/>
          <dgm:resizeHandles val="exact"/>
        </dgm:presLayoutVars>
      </dgm:prSet>
      <dgm:spPr/>
    </dgm:pt>
    <dgm:pt modelId="{892C3EE6-FAF1-40A1-9473-724AEF8132E3}" type="pres">
      <dgm:prSet presAssocID="{5F4D1744-4A39-4E6D-8554-E010E5807784}" presName="compNode" presStyleCnt="0"/>
      <dgm:spPr/>
    </dgm:pt>
    <dgm:pt modelId="{E9CF591E-64D6-493B-B096-3CC256F7C8D1}" type="pres">
      <dgm:prSet presAssocID="{5F4D1744-4A39-4E6D-8554-E010E580778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674E7F1-96B7-446E-926B-916B7EF28BF8}" type="pres">
      <dgm:prSet presAssocID="{5F4D1744-4A39-4E6D-8554-E010E5807784}" presName="spaceRect" presStyleCnt="0"/>
      <dgm:spPr/>
    </dgm:pt>
    <dgm:pt modelId="{284AC9FC-26A2-4128-AD26-8FBFB01EE508}" type="pres">
      <dgm:prSet presAssocID="{5F4D1744-4A39-4E6D-8554-E010E5807784}" presName="textRect" presStyleLbl="revTx" presStyleIdx="0" presStyleCnt="3">
        <dgm:presLayoutVars>
          <dgm:chMax val="1"/>
          <dgm:chPref val="1"/>
        </dgm:presLayoutVars>
      </dgm:prSet>
      <dgm:spPr/>
    </dgm:pt>
    <dgm:pt modelId="{DBB48E87-1F82-40EA-A064-B45318E55D67}" type="pres">
      <dgm:prSet presAssocID="{614E887A-E06C-4A81-8EF9-92DCF4090C02}" presName="sibTrans" presStyleCnt="0"/>
      <dgm:spPr/>
    </dgm:pt>
    <dgm:pt modelId="{B54CCC56-6AD4-478C-8921-FC6A2F488DF1}" type="pres">
      <dgm:prSet presAssocID="{ABD95607-44B5-4707-92B2-A99BDA355EB1}" presName="compNode" presStyleCnt="0"/>
      <dgm:spPr/>
    </dgm:pt>
    <dgm:pt modelId="{AD9C4445-0697-4928-AF43-94BBD6356504}" type="pres">
      <dgm:prSet presAssocID="{ABD95607-44B5-4707-92B2-A99BDA355EB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0D55C43F-84FE-4599-87BE-7CCA4895950C}" type="pres">
      <dgm:prSet presAssocID="{ABD95607-44B5-4707-92B2-A99BDA355EB1}" presName="spaceRect" presStyleCnt="0"/>
      <dgm:spPr/>
    </dgm:pt>
    <dgm:pt modelId="{1F15FEAC-5A3E-49C6-89EF-CF179BBF7389}" type="pres">
      <dgm:prSet presAssocID="{ABD95607-44B5-4707-92B2-A99BDA355EB1}" presName="textRect" presStyleLbl="revTx" presStyleIdx="1" presStyleCnt="3">
        <dgm:presLayoutVars>
          <dgm:chMax val="1"/>
          <dgm:chPref val="1"/>
        </dgm:presLayoutVars>
      </dgm:prSet>
      <dgm:spPr/>
    </dgm:pt>
    <dgm:pt modelId="{25D5F6A5-9988-43E3-9A0B-4C9047117D9B}" type="pres">
      <dgm:prSet presAssocID="{E89F398B-7EC5-43AD-BAA5-5E3EC6A8B625}" presName="sibTrans" presStyleCnt="0"/>
      <dgm:spPr/>
    </dgm:pt>
    <dgm:pt modelId="{49853978-82B7-4BA0-BE6C-873B3A62E085}" type="pres">
      <dgm:prSet presAssocID="{98E8E3B9-14BF-4B31-BCFB-1C26FE79B904}" presName="compNode" presStyleCnt="0"/>
      <dgm:spPr/>
    </dgm:pt>
    <dgm:pt modelId="{FC446D87-90AF-4D27-8464-DF200C670492}" type="pres">
      <dgm:prSet presAssocID="{98E8E3B9-14BF-4B31-BCFB-1C26FE79B904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bel"/>
        </a:ext>
      </dgm:extLst>
    </dgm:pt>
    <dgm:pt modelId="{37EC2E29-097D-4FE7-9684-85725C30363D}" type="pres">
      <dgm:prSet presAssocID="{98E8E3B9-14BF-4B31-BCFB-1C26FE79B904}" presName="spaceRect" presStyleCnt="0"/>
      <dgm:spPr/>
    </dgm:pt>
    <dgm:pt modelId="{7D89D3BB-6689-44D4-A152-B8F49E37C283}" type="pres">
      <dgm:prSet presAssocID="{98E8E3B9-14BF-4B31-BCFB-1C26FE79B90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DD3B400-5227-42C3-8414-F34E38651E61}" type="presOf" srcId="{98E8E3B9-14BF-4B31-BCFB-1C26FE79B904}" destId="{7D89D3BB-6689-44D4-A152-B8F49E37C283}" srcOrd="0" destOrd="0" presId="urn:microsoft.com/office/officeart/2018/2/layout/IconLabelList"/>
    <dgm:cxn modelId="{F48EF70B-424D-47F1-91E7-C368D97209C9}" type="presOf" srcId="{5F4D1744-4A39-4E6D-8554-E010E5807784}" destId="{284AC9FC-26A2-4128-AD26-8FBFB01EE508}" srcOrd="0" destOrd="0" presId="urn:microsoft.com/office/officeart/2018/2/layout/IconLabelList"/>
    <dgm:cxn modelId="{D831090C-4556-4D92-B28D-EE6DD4E03921}" srcId="{CF049317-29BC-4895-B4BC-02E23005DD6A}" destId="{98E8E3B9-14BF-4B31-BCFB-1C26FE79B904}" srcOrd="2" destOrd="0" parTransId="{0D21D207-9C97-487F-8300-B0DD95B7E04F}" sibTransId="{CCAFCB6A-55FD-43F5-8ED9-70D3EE07A3B1}"/>
    <dgm:cxn modelId="{71A37F5A-EAD4-4340-914C-812848BDC528}" type="presOf" srcId="{ABD95607-44B5-4707-92B2-A99BDA355EB1}" destId="{1F15FEAC-5A3E-49C6-89EF-CF179BBF7389}" srcOrd="0" destOrd="0" presId="urn:microsoft.com/office/officeart/2018/2/layout/IconLabelList"/>
    <dgm:cxn modelId="{3EB27BB6-2F81-4565-B7CE-B6053BEC3342}" type="presOf" srcId="{CF049317-29BC-4895-B4BC-02E23005DD6A}" destId="{634F7AA4-F34B-47E3-A30E-B6ECCAF2E213}" srcOrd="0" destOrd="0" presId="urn:microsoft.com/office/officeart/2018/2/layout/IconLabelList"/>
    <dgm:cxn modelId="{D00CC2E6-6246-4663-972B-28E2A827164E}" srcId="{CF049317-29BC-4895-B4BC-02E23005DD6A}" destId="{5F4D1744-4A39-4E6D-8554-E010E5807784}" srcOrd="0" destOrd="0" parTransId="{F871A23B-4C69-40D1-9381-45C56B5B23A2}" sibTransId="{614E887A-E06C-4A81-8EF9-92DCF4090C02}"/>
    <dgm:cxn modelId="{693AE5F7-8B1E-4B00-9CED-65758DF6ABED}" srcId="{CF049317-29BC-4895-B4BC-02E23005DD6A}" destId="{ABD95607-44B5-4707-92B2-A99BDA355EB1}" srcOrd="1" destOrd="0" parTransId="{58793F91-1C46-4E14-AD8A-A9CEE95422E2}" sibTransId="{E89F398B-7EC5-43AD-BAA5-5E3EC6A8B625}"/>
    <dgm:cxn modelId="{AA3391B6-C8FC-4055-A58A-FEFCFC270361}" type="presParOf" srcId="{634F7AA4-F34B-47E3-A30E-B6ECCAF2E213}" destId="{892C3EE6-FAF1-40A1-9473-724AEF8132E3}" srcOrd="0" destOrd="0" presId="urn:microsoft.com/office/officeart/2018/2/layout/IconLabelList"/>
    <dgm:cxn modelId="{10FBA0F0-2BAC-4F7B-A9A7-F5FA2D44C106}" type="presParOf" srcId="{892C3EE6-FAF1-40A1-9473-724AEF8132E3}" destId="{E9CF591E-64D6-493B-B096-3CC256F7C8D1}" srcOrd="0" destOrd="0" presId="urn:microsoft.com/office/officeart/2018/2/layout/IconLabelList"/>
    <dgm:cxn modelId="{2428A5D1-B12C-4980-A2B6-E98C1DFA9762}" type="presParOf" srcId="{892C3EE6-FAF1-40A1-9473-724AEF8132E3}" destId="{0674E7F1-96B7-446E-926B-916B7EF28BF8}" srcOrd="1" destOrd="0" presId="urn:microsoft.com/office/officeart/2018/2/layout/IconLabelList"/>
    <dgm:cxn modelId="{A7DCD1B3-BDD3-42DD-92AF-C48934FB862F}" type="presParOf" srcId="{892C3EE6-FAF1-40A1-9473-724AEF8132E3}" destId="{284AC9FC-26A2-4128-AD26-8FBFB01EE508}" srcOrd="2" destOrd="0" presId="urn:microsoft.com/office/officeart/2018/2/layout/IconLabelList"/>
    <dgm:cxn modelId="{9FF04074-4B37-48D5-9A29-765B1D05D62C}" type="presParOf" srcId="{634F7AA4-F34B-47E3-A30E-B6ECCAF2E213}" destId="{DBB48E87-1F82-40EA-A064-B45318E55D67}" srcOrd="1" destOrd="0" presId="urn:microsoft.com/office/officeart/2018/2/layout/IconLabelList"/>
    <dgm:cxn modelId="{41815692-B147-44AA-B953-BC98FD20F7FD}" type="presParOf" srcId="{634F7AA4-F34B-47E3-A30E-B6ECCAF2E213}" destId="{B54CCC56-6AD4-478C-8921-FC6A2F488DF1}" srcOrd="2" destOrd="0" presId="urn:microsoft.com/office/officeart/2018/2/layout/IconLabelList"/>
    <dgm:cxn modelId="{3DD63376-1316-47FB-9DAA-94FDC96AF58D}" type="presParOf" srcId="{B54CCC56-6AD4-478C-8921-FC6A2F488DF1}" destId="{AD9C4445-0697-4928-AF43-94BBD6356504}" srcOrd="0" destOrd="0" presId="urn:microsoft.com/office/officeart/2018/2/layout/IconLabelList"/>
    <dgm:cxn modelId="{18A80123-B1EB-4330-8870-7729E29E534F}" type="presParOf" srcId="{B54CCC56-6AD4-478C-8921-FC6A2F488DF1}" destId="{0D55C43F-84FE-4599-87BE-7CCA4895950C}" srcOrd="1" destOrd="0" presId="urn:microsoft.com/office/officeart/2018/2/layout/IconLabelList"/>
    <dgm:cxn modelId="{84FF7802-7E6A-4354-AA8B-50623D1D111F}" type="presParOf" srcId="{B54CCC56-6AD4-478C-8921-FC6A2F488DF1}" destId="{1F15FEAC-5A3E-49C6-89EF-CF179BBF7389}" srcOrd="2" destOrd="0" presId="urn:microsoft.com/office/officeart/2018/2/layout/IconLabelList"/>
    <dgm:cxn modelId="{43EAD0C7-E95A-4D85-9046-8A4A0D502E63}" type="presParOf" srcId="{634F7AA4-F34B-47E3-A30E-B6ECCAF2E213}" destId="{25D5F6A5-9988-43E3-9A0B-4C9047117D9B}" srcOrd="3" destOrd="0" presId="urn:microsoft.com/office/officeart/2018/2/layout/IconLabelList"/>
    <dgm:cxn modelId="{70A13CD4-46CB-44F5-8A7A-207732A4EABD}" type="presParOf" srcId="{634F7AA4-F34B-47E3-A30E-B6ECCAF2E213}" destId="{49853978-82B7-4BA0-BE6C-873B3A62E085}" srcOrd="4" destOrd="0" presId="urn:microsoft.com/office/officeart/2018/2/layout/IconLabelList"/>
    <dgm:cxn modelId="{7BD97837-2FEE-47F9-881F-EA01D5973964}" type="presParOf" srcId="{49853978-82B7-4BA0-BE6C-873B3A62E085}" destId="{FC446D87-90AF-4D27-8464-DF200C670492}" srcOrd="0" destOrd="0" presId="urn:microsoft.com/office/officeart/2018/2/layout/IconLabelList"/>
    <dgm:cxn modelId="{FAA3F749-90CC-410F-B53D-859F2EC6A525}" type="presParOf" srcId="{49853978-82B7-4BA0-BE6C-873B3A62E085}" destId="{37EC2E29-097D-4FE7-9684-85725C30363D}" srcOrd="1" destOrd="0" presId="urn:microsoft.com/office/officeart/2018/2/layout/IconLabelList"/>
    <dgm:cxn modelId="{26DC1373-D150-4D9E-A35C-B4E5D7EE908C}" type="presParOf" srcId="{49853978-82B7-4BA0-BE6C-873B3A62E085}" destId="{7D89D3BB-6689-44D4-A152-B8F49E37C28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2C538BE-47D2-458B-8D0A-E375D1A6C828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E04B28A-9155-4312-A495-6EF2038E6F04}">
      <dgm:prSet/>
      <dgm:spPr>
        <a:noFill/>
        <a:ln>
          <a:solidFill>
            <a:srgbClr val="00B0F0"/>
          </a:solidFill>
        </a:ln>
      </dgm:spPr>
      <dgm:t>
        <a:bodyPr/>
        <a:lstStyle/>
        <a:p>
          <a:r>
            <a:rPr lang="en-US" dirty="0">
              <a:solidFill>
                <a:sysClr val="windowText" lastClr="000000"/>
              </a:solidFill>
              <a:latin typeface="Inter 28pt" panose="02000503000000020004" pitchFamily="2" charset="0"/>
              <a:ea typeface="Inter 28pt" panose="02000503000000020004" pitchFamily="2" charset="0"/>
            </a:rPr>
            <a:t>Only ~500 Images</a:t>
          </a:r>
        </a:p>
      </dgm:t>
    </dgm:pt>
    <dgm:pt modelId="{BAB05876-499B-423F-BBBC-FD0EBD8C758C}" type="parTrans" cxnId="{EC6BBD15-629E-4FB7-9C4A-8E028ECE6339}">
      <dgm:prSet/>
      <dgm:spPr/>
      <dgm:t>
        <a:bodyPr/>
        <a:lstStyle/>
        <a:p>
          <a:endParaRPr lang="en-US"/>
        </a:p>
      </dgm:t>
    </dgm:pt>
    <dgm:pt modelId="{ABB7E1A7-268F-49EB-8F66-5C9F6AEDF2DE}" type="sibTrans" cxnId="{EC6BBD15-629E-4FB7-9C4A-8E028ECE6339}">
      <dgm:prSet/>
      <dgm:spPr>
        <a:solidFill>
          <a:srgbClr val="00B0F0"/>
        </a:solidFill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9C6A0579-C7C0-4D1B-B84C-D92E0A6A96CC}">
      <dgm:prSet/>
      <dgm:spPr>
        <a:noFill/>
        <a:ln>
          <a:solidFill>
            <a:srgbClr val="00B0F0"/>
          </a:solidFill>
        </a:ln>
      </dgm:spPr>
      <dgm:t>
        <a:bodyPr/>
        <a:lstStyle/>
        <a:p>
          <a:r>
            <a:rPr lang="en-US" dirty="0">
              <a:solidFill>
                <a:sysClr val="windowText" lastClr="000000"/>
              </a:solidFill>
              <a:latin typeface="Inter 28pt" panose="02000503000000020004" pitchFamily="2" charset="0"/>
              <a:ea typeface="Inter 28pt" panose="02000503000000020004" pitchFamily="2" charset="0"/>
            </a:rPr>
            <a:t>Cracks are Thin and Hard to See</a:t>
          </a:r>
        </a:p>
      </dgm:t>
    </dgm:pt>
    <dgm:pt modelId="{CB8D3E05-9506-4AB2-8878-9347397C49EE}" type="parTrans" cxnId="{0E3FCA20-A872-4E2A-ABAF-9750D82F9B93}">
      <dgm:prSet/>
      <dgm:spPr/>
      <dgm:t>
        <a:bodyPr/>
        <a:lstStyle/>
        <a:p>
          <a:endParaRPr lang="en-US"/>
        </a:p>
      </dgm:t>
    </dgm:pt>
    <dgm:pt modelId="{FE14691E-2D70-4CB5-B088-F6199D9BE51B}" type="sibTrans" cxnId="{0E3FCA20-A872-4E2A-ABAF-9750D82F9B93}">
      <dgm:prSet/>
      <dgm:spPr>
        <a:solidFill>
          <a:srgbClr val="00B0F0"/>
        </a:solidFill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1C5DA1BB-E8CC-40B9-97A2-53E5F47E140D}">
      <dgm:prSet/>
      <dgm:spPr>
        <a:noFill/>
        <a:ln>
          <a:solidFill>
            <a:srgbClr val="00B0F0"/>
          </a:solidFill>
        </a:ln>
      </dgm:spPr>
      <dgm:t>
        <a:bodyPr/>
        <a:lstStyle/>
        <a:p>
          <a:r>
            <a:rPr lang="en-US" dirty="0">
              <a:solidFill>
                <a:sysClr val="windowText" lastClr="000000"/>
              </a:solidFill>
              <a:latin typeface="Inter 28pt" panose="02000503000000020004" pitchFamily="2" charset="0"/>
              <a:ea typeface="Inter 28pt" panose="02000503000000020004" pitchFamily="2" charset="0"/>
            </a:rPr>
            <a:t>Lighting Variation</a:t>
          </a:r>
        </a:p>
      </dgm:t>
    </dgm:pt>
    <dgm:pt modelId="{3E5EA56A-C482-4E31-A927-DE9C1FAF6384}" type="parTrans" cxnId="{A903E1BF-5FEF-4DE9-8966-B8465E7902A3}">
      <dgm:prSet/>
      <dgm:spPr/>
      <dgm:t>
        <a:bodyPr/>
        <a:lstStyle/>
        <a:p>
          <a:endParaRPr lang="en-US"/>
        </a:p>
      </dgm:t>
    </dgm:pt>
    <dgm:pt modelId="{2EE771C5-F75E-4600-8991-830CEDE561CF}" type="sibTrans" cxnId="{A903E1BF-5FEF-4DE9-8966-B8465E7902A3}">
      <dgm:prSet/>
      <dgm:spPr>
        <a:solidFill>
          <a:srgbClr val="00B0F0"/>
        </a:solidFill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69CAEAA7-1CAD-4654-AFC6-CA8E05778758}">
      <dgm:prSet/>
      <dgm:spPr>
        <a:noFill/>
        <a:ln>
          <a:solidFill>
            <a:srgbClr val="00B0F0"/>
          </a:solidFill>
        </a:ln>
      </dgm:spPr>
      <dgm:t>
        <a:bodyPr/>
        <a:lstStyle/>
        <a:p>
          <a:r>
            <a:rPr lang="en-US" dirty="0">
              <a:solidFill>
                <a:sysClr val="windowText" lastClr="000000"/>
              </a:solidFill>
              <a:latin typeface="Inter 28pt" panose="02000503000000020004" pitchFamily="2" charset="0"/>
              <a:ea typeface="Inter 28pt" panose="02000503000000020004" pitchFamily="2" charset="0"/>
            </a:rPr>
            <a:t>Overfitting Risk</a:t>
          </a:r>
        </a:p>
      </dgm:t>
    </dgm:pt>
    <dgm:pt modelId="{1B39DB5F-E7EF-418E-90F2-E9175BB2173A}" type="parTrans" cxnId="{7A7F2B55-74B6-4364-B354-8245C0B90C1C}">
      <dgm:prSet/>
      <dgm:spPr/>
      <dgm:t>
        <a:bodyPr/>
        <a:lstStyle/>
        <a:p>
          <a:endParaRPr lang="en-US"/>
        </a:p>
      </dgm:t>
    </dgm:pt>
    <dgm:pt modelId="{701ABF0A-8A96-49A0-98DA-9E92F7403E1D}" type="sibTrans" cxnId="{7A7F2B55-74B6-4364-B354-8245C0B90C1C}">
      <dgm:prSet/>
      <dgm:spPr/>
      <dgm:t>
        <a:bodyPr/>
        <a:lstStyle/>
        <a:p>
          <a:endParaRPr lang="en-US"/>
        </a:p>
      </dgm:t>
    </dgm:pt>
    <dgm:pt modelId="{C06F497C-E816-400F-AF5E-1266327E6406}" type="pres">
      <dgm:prSet presAssocID="{02C538BE-47D2-458B-8D0A-E375D1A6C828}" presName="outerComposite" presStyleCnt="0">
        <dgm:presLayoutVars>
          <dgm:chMax val="5"/>
          <dgm:dir/>
          <dgm:resizeHandles val="exact"/>
        </dgm:presLayoutVars>
      </dgm:prSet>
      <dgm:spPr/>
    </dgm:pt>
    <dgm:pt modelId="{0B83CFCD-43C5-4515-8509-900A9E0F4616}" type="pres">
      <dgm:prSet presAssocID="{02C538BE-47D2-458B-8D0A-E375D1A6C828}" presName="dummyMaxCanvas" presStyleCnt="0">
        <dgm:presLayoutVars/>
      </dgm:prSet>
      <dgm:spPr/>
    </dgm:pt>
    <dgm:pt modelId="{FD5C35C6-2530-4B84-8085-186F1A08B1B4}" type="pres">
      <dgm:prSet presAssocID="{02C538BE-47D2-458B-8D0A-E375D1A6C828}" presName="FourNodes_1" presStyleLbl="node1" presStyleIdx="0" presStyleCnt="4">
        <dgm:presLayoutVars>
          <dgm:bulletEnabled val="1"/>
        </dgm:presLayoutVars>
      </dgm:prSet>
      <dgm:spPr/>
    </dgm:pt>
    <dgm:pt modelId="{34067058-192F-48E4-92AD-8F5C338F6A79}" type="pres">
      <dgm:prSet presAssocID="{02C538BE-47D2-458B-8D0A-E375D1A6C828}" presName="FourNodes_2" presStyleLbl="node1" presStyleIdx="1" presStyleCnt="4">
        <dgm:presLayoutVars>
          <dgm:bulletEnabled val="1"/>
        </dgm:presLayoutVars>
      </dgm:prSet>
      <dgm:spPr/>
    </dgm:pt>
    <dgm:pt modelId="{9C6301D1-F2A8-4615-A505-8887B55BB1F2}" type="pres">
      <dgm:prSet presAssocID="{02C538BE-47D2-458B-8D0A-E375D1A6C828}" presName="FourNodes_3" presStyleLbl="node1" presStyleIdx="2" presStyleCnt="4">
        <dgm:presLayoutVars>
          <dgm:bulletEnabled val="1"/>
        </dgm:presLayoutVars>
      </dgm:prSet>
      <dgm:spPr/>
    </dgm:pt>
    <dgm:pt modelId="{59ADC0E1-4C81-45A0-9B10-A00938EBEEFC}" type="pres">
      <dgm:prSet presAssocID="{02C538BE-47D2-458B-8D0A-E375D1A6C828}" presName="FourNodes_4" presStyleLbl="node1" presStyleIdx="3" presStyleCnt="4">
        <dgm:presLayoutVars>
          <dgm:bulletEnabled val="1"/>
        </dgm:presLayoutVars>
      </dgm:prSet>
      <dgm:spPr/>
    </dgm:pt>
    <dgm:pt modelId="{F681C770-7CD4-4DB8-8066-C76CF7FF57C5}" type="pres">
      <dgm:prSet presAssocID="{02C538BE-47D2-458B-8D0A-E375D1A6C828}" presName="FourConn_1-2" presStyleLbl="fgAccFollowNode1" presStyleIdx="0" presStyleCnt="3">
        <dgm:presLayoutVars>
          <dgm:bulletEnabled val="1"/>
        </dgm:presLayoutVars>
      </dgm:prSet>
      <dgm:spPr/>
    </dgm:pt>
    <dgm:pt modelId="{1C4B6EA7-F1EE-46CC-8C8C-BCD771DE2AA4}" type="pres">
      <dgm:prSet presAssocID="{02C538BE-47D2-458B-8D0A-E375D1A6C828}" presName="FourConn_2-3" presStyleLbl="fgAccFollowNode1" presStyleIdx="1" presStyleCnt="3">
        <dgm:presLayoutVars>
          <dgm:bulletEnabled val="1"/>
        </dgm:presLayoutVars>
      </dgm:prSet>
      <dgm:spPr/>
    </dgm:pt>
    <dgm:pt modelId="{213F0C58-2C97-4114-B44C-56721AD0E2ED}" type="pres">
      <dgm:prSet presAssocID="{02C538BE-47D2-458B-8D0A-E375D1A6C828}" presName="FourConn_3-4" presStyleLbl="fgAccFollowNode1" presStyleIdx="2" presStyleCnt="3">
        <dgm:presLayoutVars>
          <dgm:bulletEnabled val="1"/>
        </dgm:presLayoutVars>
      </dgm:prSet>
      <dgm:spPr/>
    </dgm:pt>
    <dgm:pt modelId="{BCCC19DD-6F7A-44D1-91E8-3BAA2494185D}" type="pres">
      <dgm:prSet presAssocID="{02C538BE-47D2-458B-8D0A-E375D1A6C828}" presName="FourNodes_1_text" presStyleLbl="node1" presStyleIdx="3" presStyleCnt="4">
        <dgm:presLayoutVars>
          <dgm:bulletEnabled val="1"/>
        </dgm:presLayoutVars>
      </dgm:prSet>
      <dgm:spPr/>
    </dgm:pt>
    <dgm:pt modelId="{AC4FC8E2-C98F-44B3-A274-1C15E8168312}" type="pres">
      <dgm:prSet presAssocID="{02C538BE-47D2-458B-8D0A-E375D1A6C828}" presName="FourNodes_2_text" presStyleLbl="node1" presStyleIdx="3" presStyleCnt="4">
        <dgm:presLayoutVars>
          <dgm:bulletEnabled val="1"/>
        </dgm:presLayoutVars>
      </dgm:prSet>
      <dgm:spPr/>
    </dgm:pt>
    <dgm:pt modelId="{4F44623C-C0B7-42D3-A134-86E9788E93CD}" type="pres">
      <dgm:prSet presAssocID="{02C538BE-47D2-458B-8D0A-E375D1A6C828}" presName="FourNodes_3_text" presStyleLbl="node1" presStyleIdx="3" presStyleCnt="4">
        <dgm:presLayoutVars>
          <dgm:bulletEnabled val="1"/>
        </dgm:presLayoutVars>
      </dgm:prSet>
      <dgm:spPr/>
    </dgm:pt>
    <dgm:pt modelId="{286B8D45-A332-43E1-9366-45F95A109BBF}" type="pres">
      <dgm:prSet presAssocID="{02C538BE-47D2-458B-8D0A-E375D1A6C828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EC6BBD15-629E-4FB7-9C4A-8E028ECE6339}" srcId="{02C538BE-47D2-458B-8D0A-E375D1A6C828}" destId="{CE04B28A-9155-4312-A495-6EF2038E6F04}" srcOrd="0" destOrd="0" parTransId="{BAB05876-499B-423F-BBBC-FD0EBD8C758C}" sibTransId="{ABB7E1A7-268F-49EB-8F66-5C9F6AEDF2DE}"/>
    <dgm:cxn modelId="{F92C9518-59C8-4EB5-A926-53564F70582E}" type="presOf" srcId="{69CAEAA7-1CAD-4654-AFC6-CA8E05778758}" destId="{286B8D45-A332-43E1-9366-45F95A109BBF}" srcOrd="1" destOrd="0" presId="urn:microsoft.com/office/officeart/2005/8/layout/vProcess5"/>
    <dgm:cxn modelId="{0E3FCA20-A872-4E2A-ABAF-9750D82F9B93}" srcId="{02C538BE-47D2-458B-8D0A-E375D1A6C828}" destId="{9C6A0579-C7C0-4D1B-B84C-D92E0A6A96CC}" srcOrd="1" destOrd="0" parTransId="{CB8D3E05-9506-4AB2-8878-9347397C49EE}" sibTransId="{FE14691E-2D70-4CB5-B088-F6199D9BE51B}"/>
    <dgm:cxn modelId="{1FBC5437-7F69-46A3-9E2E-8D34CF067D66}" type="presOf" srcId="{CE04B28A-9155-4312-A495-6EF2038E6F04}" destId="{BCCC19DD-6F7A-44D1-91E8-3BAA2494185D}" srcOrd="1" destOrd="0" presId="urn:microsoft.com/office/officeart/2005/8/layout/vProcess5"/>
    <dgm:cxn modelId="{6B594C3A-0D2B-4585-9199-BB87B986EC74}" type="presOf" srcId="{CE04B28A-9155-4312-A495-6EF2038E6F04}" destId="{FD5C35C6-2530-4B84-8085-186F1A08B1B4}" srcOrd="0" destOrd="0" presId="urn:microsoft.com/office/officeart/2005/8/layout/vProcess5"/>
    <dgm:cxn modelId="{4AFDD93E-7075-4D19-A7DB-A8EAA897C122}" type="presOf" srcId="{1C5DA1BB-E8CC-40B9-97A2-53E5F47E140D}" destId="{9C6301D1-F2A8-4615-A505-8887B55BB1F2}" srcOrd="0" destOrd="0" presId="urn:microsoft.com/office/officeart/2005/8/layout/vProcess5"/>
    <dgm:cxn modelId="{B1B53D5C-6117-4E5E-A1D6-95AF93E7BD71}" type="presOf" srcId="{9C6A0579-C7C0-4D1B-B84C-D92E0A6A96CC}" destId="{AC4FC8E2-C98F-44B3-A274-1C15E8168312}" srcOrd="1" destOrd="0" presId="urn:microsoft.com/office/officeart/2005/8/layout/vProcess5"/>
    <dgm:cxn modelId="{78F4CF6E-0467-44A8-B5A1-62D36B7C2C09}" type="presOf" srcId="{FE14691E-2D70-4CB5-B088-F6199D9BE51B}" destId="{1C4B6EA7-F1EE-46CC-8C8C-BCD771DE2AA4}" srcOrd="0" destOrd="0" presId="urn:microsoft.com/office/officeart/2005/8/layout/vProcess5"/>
    <dgm:cxn modelId="{E557E251-A512-4CC6-8ED1-F538DF0C7887}" type="presOf" srcId="{2EE771C5-F75E-4600-8991-830CEDE561CF}" destId="{213F0C58-2C97-4114-B44C-56721AD0E2ED}" srcOrd="0" destOrd="0" presId="urn:microsoft.com/office/officeart/2005/8/layout/vProcess5"/>
    <dgm:cxn modelId="{89451E55-ABEE-484F-B4F9-7F86EAF50E2B}" type="presOf" srcId="{1C5DA1BB-E8CC-40B9-97A2-53E5F47E140D}" destId="{4F44623C-C0B7-42D3-A134-86E9788E93CD}" srcOrd="1" destOrd="0" presId="urn:microsoft.com/office/officeart/2005/8/layout/vProcess5"/>
    <dgm:cxn modelId="{7A7F2B55-74B6-4364-B354-8245C0B90C1C}" srcId="{02C538BE-47D2-458B-8D0A-E375D1A6C828}" destId="{69CAEAA7-1CAD-4654-AFC6-CA8E05778758}" srcOrd="3" destOrd="0" parTransId="{1B39DB5F-E7EF-418E-90F2-E9175BB2173A}" sibTransId="{701ABF0A-8A96-49A0-98DA-9E92F7403E1D}"/>
    <dgm:cxn modelId="{E03DB2A0-3B4B-41A8-B7E5-374408B9A5CA}" type="presOf" srcId="{9C6A0579-C7C0-4D1B-B84C-D92E0A6A96CC}" destId="{34067058-192F-48E4-92AD-8F5C338F6A79}" srcOrd="0" destOrd="0" presId="urn:microsoft.com/office/officeart/2005/8/layout/vProcess5"/>
    <dgm:cxn modelId="{C48CF9A4-8AFB-45E4-9FAD-6B32D42CEEA3}" type="presOf" srcId="{69CAEAA7-1CAD-4654-AFC6-CA8E05778758}" destId="{59ADC0E1-4C81-45A0-9B10-A00938EBEEFC}" srcOrd="0" destOrd="0" presId="urn:microsoft.com/office/officeart/2005/8/layout/vProcess5"/>
    <dgm:cxn modelId="{A903E1BF-5FEF-4DE9-8966-B8465E7902A3}" srcId="{02C538BE-47D2-458B-8D0A-E375D1A6C828}" destId="{1C5DA1BB-E8CC-40B9-97A2-53E5F47E140D}" srcOrd="2" destOrd="0" parTransId="{3E5EA56A-C482-4E31-A927-DE9C1FAF6384}" sibTransId="{2EE771C5-F75E-4600-8991-830CEDE561CF}"/>
    <dgm:cxn modelId="{D069CCED-E44C-4210-AAFB-E09884AF1C1D}" type="presOf" srcId="{02C538BE-47D2-458B-8D0A-E375D1A6C828}" destId="{C06F497C-E816-400F-AF5E-1266327E6406}" srcOrd="0" destOrd="0" presId="urn:microsoft.com/office/officeart/2005/8/layout/vProcess5"/>
    <dgm:cxn modelId="{291D28F9-03DF-4485-B73B-E697625CC8C3}" type="presOf" srcId="{ABB7E1A7-268F-49EB-8F66-5C9F6AEDF2DE}" destId="{F681C770-7CD4-4DB8-8066-C76CF7FF57C5}" srcOrd="0" destOrd="0" presId="urn:microsoft.com/office/officeart/2005/8/layout/vProcess5"/>
    <dgm:cxn modelId="{1B62FC71-6D76-49AA-9AC5-5E62D96BB2EB}" type="presParOf" srcId="{C06F497C-E816-400F-AF5E-1266327E6406}" destId="{0B83CFCD-43C5-4515-8509-900A9E0F4616}" srcOrd="0" destOrd="0" presId="urn:microsoft.com/office/officeart/2005/8/layout/vProcess5"/>
    <dgm:cxn modelId="{F430BED1-B12D-4E2C-9EE5-BF0AF6F0B9FC}" type="presParOf" srcId="{C06F497C-E816-400F-AF5E-1266327E6406}" destId="{FD5C35C6-2530-4B84-8085-186F1A08B1B4}" srcOrd="1" destOrd="0" presId="urn:microsoft.com/office/officeart/2005/8/layout/vProcess5"/>
    <dgm:cxn modelId="{FD1C858B-D4D3-4498-8879-23628538A355}" type="presParOf" srcId="{C06F497C-E816-400F-AF5E-1266327E6406}" destId="{34067058-192F-48E4-92AD-8F5C338F6A79}" srcOrd="2" destOrd="0" presId="urn:microsoft.com/office/officeart/2005/8/layout/vProcess5"/>
    <dgm:cxn modelId="{5389C999-EE31-441B-927F-B8D168625468}" type="presParOf" srcId="{C06F497C-E816-400F-AF5E-1266327E6406}" destId="{9C6301D1-F2A8-4615-A505-8887B55BB1F2}" srcOrd="3" destOrd="0" presId="urn:microsoft.com/office/officeart/2005/8/layout/vProcess5"/>
    <dgm:cxn modelId="{2B84502A-8FB1-4D9C-8C26-2818097D63B3}" type="presParOf" srcId="{C06F497C-E816-400F-AF5E-1266327E6406}" destId="{59ADC0E1-4C81-45A0-9B10-A00938EBEEFC}" srcOrd="4" destOrd="0" presId="urn:microsoft.com/office/officeart/2005/8/layout/vProcess5"/>
    <dgm:cxn modelId="{C99D0F18-8D91-4EC0-B27E-DDC132FC3C02}" type="presParOf" srcId="{C06F497C-E816-400F-AF5E-1266327E6406}" destId="{F681C770-7CD4-4DB8-8066-C76CF7FF57C5}" srcOrd="5" destOrd="0" presId="urn:microsoft.com/office/officeart/2005/8/layout/vProcess5"/>
    <dgm:cxn modelId="{48D4C579-B9BC-4480-B306-1AEE5538639A}" type="presParOf" srcId="{C06F497C-E816-400F-AF5E-1266327E6406}" destId="{1C4B6EA7-F1EE-46CC-8C8C-BCD771DE2AA4}" srcOrd="6" destOrd="0" presId="urn:microsoft.com/office/officeart/2005/8/layout/vProcess5"/>
    <dgm:cxn modelId="{BCB8F50C-56B8-48C2-B34E-BDB6771D7CE3}" type="presParOf" srcId="{C06F497C-E816-400F-AF5E-1266327E6406}" destId="{213F0C58-2C97-4114-B44C-56721AD0E2ED}" srcOrd="7" destOrd="0" presId="urn:microsoft.com/office/officeart/2005/8/layout/vProcess5"/>
    <dgm:cxn modelId="{3BB9EB01-165C-4394-A3A0-B0E337F09917}" type="presParOf" srcId="{C06F497C-E816-400F-AF5E-1266327E6406}" destId="{BCCC19DD-6F7A-44D1-91E8-3BAA2494185D}" srcOrd="8" destOrd="0" presId="urn:microsoft.com/office/officeart/2005/8/layout/vProcess5"/>
    <dgm:cxn modelId="{58B88D7E-86AD-4220-B699-5D7A08D6FDB2}" type="presParOf" srcId="{C06F497C-E816-400F-AF5E-1266327E6406}" destId="{AC4FC8E2-C98F-44B3-A274-1C15E8168312}" srcOrd="9" destOrd="0" presId="urn:microsoft.com/office/officeart/2005/8/layout/vProcess5"/>
    <dgm:cxn modelId="{FD0D4197-E122-4C06-9411-A99BAF37FC49}" type="presParOf" srcId="{C06F497C-E816-400F-AF5E-1266327E6406}" destId="{4F44623C-C0B7-42D3-A134-86E9788E93CD}" srcOrd="10" destOrd="0" presId="urn:microsoft.com/office/officeart/2005/8/layout/vProcess5"/>
    <dgm:cxn modelId="{22541C39-D54D-4E1C-B323-A432622938EA}" type="presParOf" srcId="{C06F497C-E816-400F-AF5E-1266327E6406}" destId="{286B8D45-A332-43E1-9366-45F95A109BBF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18ADAAA-6901-4BDE-8EE0-19BF14DC93A2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A603202-79E2-4C9D-B2D1-76A5C087EC6A}">
      <dgm:prSet/>
      <dgm:spPr>
        <a:ln>
          <a:solidFill>
            <a:srgbClr val="00B0F0"/>
          </a:solidFill>
        </a:ln>
      </dgm:spPr>
      <dgm:t>
        <a:bodyPr/>
        <a:lstStyle/>
        <a:p>
          <a:r>
            <a:rPr lang="en-US" dirty="0">
              <a:latin typeface="Inter 28pt" panose="02000503000000020004" pitchFamily="2" charset="0"/>
              <a:ea typeface="Inter 28pt" panose="02000503000000020004" pitchFamily="2" charset="0"/>
            </a:rPr>
            <a:t>No Labels Needed</a:t>
          </a:r>
        </a:p>
      </dgm:t>
    </dgm:pt>
    <dgm:pt modelId="{4077EADF-15B4-476F-9BB4-B3EE595F3C56}" type="parTrans" cxnId="{EB3ABE7E-DB81-43CB-91CC-E28FF512B21A}">
      <dgm:prSet/>
      <dgm:spPr/>
      <dgm:t>
        <a:bodyPr/>
        <a:lstStyle/>
        <a:p>
          <a:endParaRPr lang="en-US"/>
        </a:p>
      </dgm:t>
    </dgm:pt>
    <dgm:pt modelId="{1FE5DA13-EBEA-41A3-9D4F-B7512B46932C}" type="sibTrans" cxnId="{EB3ABE7E-DB81-43CB-91CC-E28FF512B21A}">
      <dgm:prSet/>
      <dgm:spPr/>
      <dgm:t>
        <a:bodyPr/>
        <a:lstStyle/>
        <a:p>
          <a:endParaRPr lang="en-US"/>
        </a:p>
      </dgm:t>
    </dgm:pt>
    <dgm:pt modelId="{648D3DA8-D550-48F1-AEE1-730FB0AEA262}">
      <dgm:prSet/>
      <dgm:spPr>
        <a:ln>
          <a:solidFill>
            <a:srgbClr val="00B0F0"/>
          </a:solidFill>
        </a:ln>
      </dgm:spPr>
      <dgm:t>
        <a:bodyPr/>
        <a:lstStyle/>
        <a:p>
          <a:r>
            <a:rPr lang="en-US" dirty="0">
              <a:latin typeface="Inter 28pt" panose="02000503000000020004" pitchFamily="2" charset="0"/>
              <a:ea typeface="Inter 28pt" panose="02000503000000020004" pitchFamily="2" charset="0"/>
            </a:rPr>
            <a:t>Learns Patterns First</a:t>
          </a:r>
        </a:p>
      </dgm:t>
    </dgm:pt>
    <dgm:pt modelId="{A3DD47E4-CB1B-4A47-91E1-DEA709AD9F0E}" type="parTrans" cxnId="{9362B6DC-0A0E-42EB-9B8C-25308F3886BC}">
      <dgm:prSet/>
      <dgm:spPr/>
      <dgm:t>
        <a:bodyPr/>
        <a:lstStyle/>
        <a:p>
          <a:endParaRPr lang="en-US"/>
        </a:p>
      </dgm:t>
    </dgm:pt>
    <dgm:pt modelId="{F8FB70CA-A226-4D9E-B75C-A4F23FE6318B}" type="sibTrans" cxnId="{9362B6DC-0A0E-42EB-9B8C-25308F3886BC}">
      <dgm:prSet/>
      <dgm:spPr/>
      <dgm:t>
        <a:bodyPr/>
        <a:lstStyle/>
        <a:p>
          <a:endParaRPr lang="en-US"/>
        </a:p>
      </dgm:t>
    </dgm:pt>
    <dgm:pt modelId="{AA355C54-9462-4DF5-8002-D8739C0984CF}">
      <dgm:prSet/>
      <dgm:spPr>
        <a:ln>
          <a:solidFill>
            <a:srgbClr val="00B0F0"/>
          </a:solidFill>
        </a:ln>
      </dgm:spPr>
      <dgm:t>
        <a:bodyPr/>
        <a:lstStyle/>
        <a:p>
          <a:r>
            <a:rPr lang="en-US" dirty="0">
              <a:latin typeface="Inter 28pt" panose="02000503000000020004" pitchFamily="2" charset="0"/>
              <a:ea typeface="Inter 28pt" panose="02000503000000020004" pitchFamily="2" charset="0"/>
            </a:rPr>
            <a:t>Works with Small Datasets</a:t>
          </a:r>
        </a:p>
      </dgm:t>
    </dgm:pt>
    <dgm:pt modelId="{17A52E34-873E-4C06-83AF-F0B5F97A0B73}" type="parTrans" cxnId="{FC6FC0F9-EE74-4D8E-BAD6-180265A657E8}">
      <dgm:prSet/>
      <dgm:spPr/>
      <dgm:t>
        <a:bodyPr/>
        <a:lstStyle/>
        <a:p>
          <a:endParaRPr lang="en-US"/>
        </a:p>
      </dgm:t>
    </dgm:pt>
    <dgm:pt modelId="{2BECABE6-3B38-4A30-81FD-6B5841658A2C}" type="sibTrans" cxnId="{FC6FC0F9-EE74-4D8E-BAD6-180265A657E8}">
      <dgm:prSet/>
      <dgm:spPr/>
      <dgm:t>
        <a:bodyPr/>
        <a:lstStyle/>
        <a:p>
          <a:endParaRPr lang="en-US"/>
        </a:p>
      </dgm:t>
    </dgm:pt>
    <dgm:pt modelId="{50586191-2018-4F74-904E-FCB8E109955A}">
      <dgm:prSet/>
      <dgm:spPr>
        <a:ln>
          <a:solidFill>
            <a:srgbClr val="00B0F0"/>
          </a:solidFill>
        </a:ln>
      </dgm:spPr>
      <dgm:t>
        <a:bodyPr/>
        <a:lstStyle/>
        <a:p>
          <a:r>
            <a:rPr lang="en-US" dirty="0">
              <a:latin typeface="Inter 28pt" panose="02000503000000020004" pitchFamily="2" charset="0"/>
              <a:ea typeface="Inter 28pt" panose="02000503000000020004" pitchFamily="2" charset="0"/>
            </a:rPr>
            <a:t>Improves Generalization</a:t>
          </a:r>
        </a:p>
      </dgm:t>
    </dgm:pt>
    <dgm:pt modelId="{F3348FDC-82F0-48A3-BBB1-D5C80BFEE553}" type="parTrans" cxnId="{DBC4F1B4-AB7F-49C3-8D9C-C4AA1826FF87}">
      <dgm:prSet/>
      <dgm:spPr/>
      <dgm:t>
        <a:bodyPr/>
        <a:lstStyle/>
        <a:p>
          <a:endParaRPr lang="en-US"/>
        </a:p>
      </dgm:t>
    </dgm:pt>
    <dgm:pt modelId="{AD1777A1-96BA-4DD1-96E6-B3941B086D0B}" type="sibTrans" cxnId="{DBC4F1B4-AB7F-49C3-8D9C-C4AA1826FF87}">
      <dgm:prSet/>
      <dgm:spPr/>
      <dgm:t>
        <a:bodyPr/>
        <a:lstStyle/>
        <a:p>
          <a:endParaRPr lang="en-US"/>
        </a:p>
      </dgm:t>
    </dgm:pt>
    <dgm:pt modelId="{B2B8EE99-C323-439B-85C2-2ADBAEAE3B8A}" type="pres">
      <dgm:prSet presAssocID="{E18ADAAA-6901-4BDE-8EE0-19BF14DC93A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BEADE9C-52B9-46A4-84D9-2D8EE3B80CCC}" type="pres">
      <dgm:prSet presAssocID="{FA603202-79E2-4C9D-B2D1-76A5C087EC6A}" presName="hierRoot1" presStyleCnt="0"/>
      <dgm:spPr/>
    </dgm:pt>
    <dgm:pt modelId="{821095F4-40A8-416F-ADC1-74DE6C551BD4}" type="pres">
      <dgm:prSet presAssocID="{FA603202-79E2-4C9D-B2D1-76A5C087EC6A}" presName="composite" presStyleCnt="0"/>
      <dgm:spPr/>
    </dgm:pt>
    <dgm:pt modelId="{DC2A5648-D937-4880-9271-D98DE3B1D268}" type="pres">
      <dgm:prSet presAssocID="{FA603202-79E2-4C9D-B2D1-76A5C087EC6A}" presName="background" presStyleLbl="node0" presStyleIdx="0" presStyleCnt="4"/>
      <dgm:spPr>
        <a:solidFill>
          <a:srgbClr val="00B0F0"/>
        </a:solidFill>
      </dgm:spPr>
    </dgm:pt>
    <dgm:pt modelId="{B75B8A64-8207-4E62-AEB2-1D377A7B73D7}" type="pres">
      <dgm:prSet presAssocID="{FA603202-79E2-4C9D-B2D1-76A5C087EC6A}" presName="text" presStyleLbl="fgAcc0" presStyleIdx="0" presStyleCnt="4">
        <dgm:presLayoutVars>
          <dgm:chPref val="3"/>
        </dgm:presLayoutVars>
      </dgm:prSet>
      <dgm:spPr/>
    </dgm:pt>
    <dgm:pt modelId="{37C5A45B-5A11-4A6B-A32C-7AD5CC2EE46F}" type="pres">
      <dgm:prSet presAssocID="{FA603202-79E2-4C9D-B2D1-76A5C087EC6A}" presName="hierChild2" presStyleCnt="0"/>
      <dgm:spPr/>
    </dgm:pt>
    <dgm:pt modelId="{1976847F-15B2-4A68-9A45-94DBCAFC732E}" type="pres">
      <dgm:prSet presAssocID="{648D3DA8-D550-48F1-AEE1-730FB0AEA262}" presName="hierRoot1" presStyleCnt="0"/>
      <dgm:spPr/>
    </dgm:pt>
    <dgm:pt modelId="{2B751F0A-0FA5-42A5-804C-84A7491CF809}" type="pres">
      <dgm:prSet presAssocID="{648D3DA8-D550-48F1-AEE1-730FB0AEA262}" presName="composite" presStyleCnt="0"/>
      <dgm:spPr/>
    </dgm:pt>
    <dgm:pt modelId="{F2342029-6232-404E-A12A-CBE9D43F1855}" type="pres">
      <dgm:prSet presAssocID="{648D3DA8-D550-48F1-AEE1-730FB0AEA262}" presName="background" presStyleLbl="node0" presStyleIdx="1" presStyleCnt="4"/>
      <dgm:spPr>
        <a:solidFill>
          <a:srgbClr val="00B0F0"/>
        </a:solidFill>
      </dgm:spPr>
    </dgm:pt>
    <dgm:pt modelId="{FCE57E83-AAEE-4666-B357-3BB873D4D07A}" type="pres">
      <dgm:prSet presAssocID="{648D3DA8-D550-48F1-AEE1-730FB0AEA262}" presName="text" presStyleLbl="fgAcc0" presStyleIdx="1" presStyleCnt="4">
        <dgm:presLayoutVars>
          <dgm:chPref val="3"/>
        </dgm:presLayoutVars>
      </dgm:prSet>
      <dgm:spPr/>
    </dgm:pt>
    <dgm:pt modelId="{B35368C1-FD81-4428-9659-0B225E6511AA}" type="pres">
      <dgm:prSet presAssocID="{648D3DA8-D550-48F1-AEE1-730FB0AEA262}" presName="hierChild2" presStyleCnt="0"/>
      <dgm:spPr/>
    </dgm:pt>
    <dgm:pt modelId="{1F9EDD2D-0B98-4EB8-81E4-495BB6E3A171}" type="pres">
      <dgm:prSet presAssocID="{AA355C54-9462-4DF5-8002-D8739C0984CF}" presName="hierRoot1" presStyleCnt="0"/>
      <dgm:spPr/>
    </dgm:pt>
    <dgm:pt modelId="{E6441C6B-1D94-4C38-9EEB-781EF4EEAC2C}" type="pres">
      <dgm:prSet presAssocID="{AA355C54-9462-4DF5-8002-D8739C0984CF}" presName="composite" presStyleCnt="0"/>
      <dgm:spPr/>
    </dgm:pt>
    <dgm:pt modelId="{9BED64F4-7271-45B1-A21A-7393B721F98A}" type="pres">
      <dgm:prSet presAssocID="{AA355C54-9462-4DF5-8002-D8739C0984CF}" presName="background" presStyleLbl="node0" presStyleIdx="2" presStyleCnt="4"/>
      <dgm:spPr>
        <a:solidFill>
          <a:srgbClr val="00B0F0"/>
        </a:solidFill>
      </dgm:spPr>
    </dgm:pt>
    <dgm:pt modelId="{F27B2BA2-77A0-48E7-A8F6-AD0F7B134F4D}" type="pres">
      <dgm:prSet presAssocID="{AA355C54-9462-4DF5-8002-D8739C0984CF}" presName="text" presStyleLbl="fgAcc0" presStyleIdx="2" presStyleCnt="4">
        <dgm:presLayoutVars>
          <dgm:chPref val="3"/>
        </dgm:presLayoutVars>
      </dgm:prSet>
      <dgm:spPr/>
    </dgm:pt>
    <dgm:pt modelId="{C844E806-47CE-4C49-ACF5-1C93B0102358}" type="pres">
      <dgm:prSet presAssocID="{AA355C54-9462-4DF5-8002-D8739C0984CF}" presName="hierChild2" presStyleCnt="0"/>
      <dgm:spPr/>
    </dgm:pt>
    <dgm:pt modelId="{824BC926-26C2-4380-8AD2-BCFB52DAA298}" type="pres">
      <dgm:prSet presAssocID="{50586191-2018-4F74-904E-FCB8E109955A}" presName="hierRoot1" presStyleCnt="0"/>
      <dgm:spPr/>
    </dgm:pt>
    <dgm:pt modelId="{672EAEBA-48DB-4412-94E6-6FA9D762CF1F}" type="pres">
      <dgm:prSet presAssocID="{50586191-2018-4F74-904E-FCB8E109955A}" presName="composite" presStyleCnt="0"/>
      <dgm:spPr/>
    </dgm:pt>
    <dgm:pt modelId="{55824B23-131B-4976-80E2-8E40FFCA0110}" type="pres">
      <dgm:prSet presAssocID="{50586191-2018-4F74-904E-FCB8E109955A}" presName="background" presStyleLbl="node0" presStyleIdx="3" presStyleCnt="4"/>
      <dgm:spPr>
        <a:solidFill>
          <a:srgbClr val="00B0F0"/>
        </a:solidFill>
      </dgm:spPr>
    </dgm:pt>
    <dgm:pt modelId="{4B4F7D8E-BDA2-4C2F-A420-63819B79E16A}" type="pres">
      <dgm:prSet presAssocID="{50586191-2018-4F74-904E-FCB8E109955A}" presName="text" presStyleLbl="fgAcc0" presStyleIdx="3" presStyleCnt="4">
        <dgm:presLayoutVars>
          <dgm:chPref val="3"/>
        </dgm:presLayoutVars>
      </dgm:prSet>
      <dgm:spPr/>
    </dgm:pt>
    <dgm:pt modelId="{A8E398B8-ABB0-4B33-A0D5-C3DB629E5D54}" type="pres">
      <dgm:prSet presAssocID="{50586191-2018-4F74-904E-FCB8E109955A}" presName="hierChild2" presStyleCnt="0"/>
      <dgm:spPr/>
    </dgm:pt>
  </dgm:ptLst>
  <dgm:cxnLst>
    <dgm:cxn modelId="{1A7C8032-65A6-4ACA-A0D5-1A1F1C3C4A38}" type="presOf" srcId="{50586191-2018-4F74-904E-FCB8E109955A}" destId="{4B4F7D8E-BDA2-4C2F-A420-63819B79E16A}" srcOrd="0" destOrd="0" presId="urn:microsoft.com/office/officeart/2005/8/layout/hierarchy1"/>
    <dgm:cxn modelId="{5C2FBB68-3295-4281-9437-FC6F60C54845}" type="presOf" srcId="{AA355C54-9462-4DF5-8002-D8739C0984CF}" destId="{F27B2BA2-77A0-48E7-A8F6-AD0F7B134F4D}" srcOrd="0" destOrd="0" presId="urn:microsoft.com/office/officeart/2005/8/layout/hierarchy1"/>
    <dgm:cxn modelId="{105CA476-D500-4F28-89F4-89690A53F984}" type="presOf" srcId="{FA603202-79E2-4C9D-B2D1-76A5C087EC6A}" destId="{B75B8A64-8207-4E62-AEB2-1D377A7B73D7}" srcOrd="0" destOrd="0" presId="urn:microsoft.com/office/officeart/2005/8/layout/hierarchy1"/>
    <dgm:cxn modelId="{EB3ABE7E-DB81-43CB-91CC-E28FF512B21A}" srcId="{E18ADAAA-6901-4BDE-8EE0-19BF14DC93A2}" destId="{FA603202-79E2-4C9D-B2D1-76A5C087EC6A}" srcOrd="0" destOrd="0" parTransId="{4077EADF-15B4-476F-9BB4-B3EE595F3C56}" sibTransId="{1FE5DA13-EBEA-41A3-9D4F-B7512B46932C}"/>
    <dgm:cxn modelId="{2FCE89B4-7761-4D92-BAF2-23E4C04305E9}" type="presOf" srcId="{648D3DA8-D550-48F1-AEE1-730FB0AEA262}" destId="{FCE57E83-AAEE-4666-B357-3BB873D4D07A}" srcOrd="0" destOrd="0" presId="urn:microsoft.com/office/officeart/2005/8/layout/hierarchy1"/>
    <dgm:cxn modelId="{DBC4F1B4-AB7F-49C3-8D9C-C4AA1826FF87}" srcId="{E18ADAAA-6901-4BDE-8EE0-19BF14DC93A2}" destId="{50586191-2018-4F74-904E-FCB8E109955A}" srcOrd="3" destOrd="0" parTransId="{F3348FDC-82F0-48A3-BBB1-D5C80BFEE553}" sibTransId="{AD1777A1-96BA-4DD1-96E6-B3941B086D0B}"/>
    <dgm:cxn modelId="{1021B5CE-BF4E-4B5F-9FEA-4DCB7C9C5FB1}" type="presOf" srcId="{E18ADAAA-6901-4BDE-8EE0-19BF14DC93A2}" destId="{B2B8EE99-C323-439B-85C2-2ADBAEAE3B8A}" srcOrd="0" destOrd="0" presId="urn:microsoft.com/office/officeart/2005/8/layout/hierarchy1"/>
    <dgm:cxn modelId="{9362B6DC-0A0E-42EB-9B8C-25308F3886BC}" srcId="{E18ADAAA-6901-4BDE-8EE0-19BF14DC93A2}" destId="{648D3DA8-D550-48F1-AEE1-730FB0AEA262}" srcOrd="1" destOrd="0" parTransId="{A3DD47E4-CB1B-4A47-91E1-DEA709AD9F0E}" sibTransId="{F8FB70CA-A226-4D9E-B75C-A4F23FE6318B}"/>
    <dgm:cxn modelId="{FC6FC0F9-EE74-4D8E-BAD6-180265A657E8}" srcId="{E18ADAAA-6901-4BDE-8EE0-19BF14DC93A2}" destId="{AA355C54-9462-4DF5-8002-D8739C0984CF}" srcOrd="2" destOrd="0" parTransId="{17A52E34-873E-4C06-83AF-F0B5F97A0B73}" sibTransId="{2BECABE6-3B38-4A30-81FD-6B5841658A2C}"/>
    <dgm:cxn modelId="{C1667A0A-8506-4885-BE84-D3A3C66A0957}" type="presParOf" srcId="{B2B8EE99-C323-439B-85C2-2ADBAEAE3B8A}" destId="{EBEADE9C-52B9-46A4-84D9-2D8EE3B80CCC}" srcOrd="0" destOrd="0" presId="urn:microsoft.com/office/officeart/2005/8/layout/hierarchy1"/>
    <dgm:cxn modelId="{F0883CEE-2F76-48D7-B85A-D0048CF50477}" type="presParOf" srcId="{EBEADE9C-52B9-46A4-84D9-2D8EE3B80CCC}" destId="{821095F4-40A8-416F-ADC1-74DE6C551BD4}" srcOrd="0" destOrd="0" presId="urn:microsoft.com/office/officeart/2005/8/layout/hierarchy1"/>
    <dgm:cxn modelId="{320AED8E-D7D8-4EFB-9DE9-C7B005266084}" type="presParOf" srcId="{821095F4-40A8-416F-ADC1-74DE6C551BD4}" destId="{DC2A5648-D937-4880-9271-D98DE3B1D268}" srcOrd="0" destOrd="0" presId="urn:microsoft.com/office/officeart/2005/8/layout/hierarchy1"/>
    <dgm:cxn modelId="{C5F703E2-73D2-4DBE-ABF6-14DD287FEF40}" type="presParOf" srcId="{821095F4-40A8-416F-ADC1-74DE6C551BD4}" destId="{B75B8A64-8207-4E62-AEB2-1D377A7B73D7}" srcOrd="1" destOrd="0" presId="urn:microsoft.com/office/officeart/2005/8/layout/hierarchy1"/>
    <dgm:cxn modelId="{8A84ECA2-6034-49F9-BF2A-625C1E0BE476}" type="presParOf" srcId="{EBEADE9C-52B9-46A4-84D9-2D8EE3B80CCC}" destId="{37C5A45B-5A11-4A6B-A32C-7AD5CC2EE46F}" srcOrd="1" destOrd="0" presId="urn:microsoft.com/office/officeart/2005/8/layout/hierarchy1"/>
    <dgm:cxn modelId="{2811F38D-76DB-4B54-A327-EAB170875EFC}" type="presParOf" srcId="{B2B8EE99-C323-439B-85C2-2ADBAEAE3B8A}" destId="{1976847F-15B2-4A68-9A45-94DBCAFC732E}" srcOrd="1" destOrd="0" presId="urn:microsoft.com/office/officeart/2005/8/layout/hierarchy1"/>
    <dgm:cxn modelId="{709AA161-8F36-453D-BD35-2F6F7C92A027}" type="presParOf" srcId="{1976847F-15B2-4A68-9A45-94DBCAFC732E}" destId="{2B751F0A-0FA5-42A5-804C-84A7491CF809}" srcOrd="0" destOrd="0" presId="urn:microsoft.com/office/officeart/2005/8/layout/hierarchy1"/>
    <dgm:cxn modelId="{9312E9F9-96ED-4D3E-AD34-6D74C5B557B4}" type="presParOf" srcId="{2B751F0A-0FA5-42A5-804C-84A7491CF809}" destId="{F2342029-6232-404E-A12A-CBE9D43F1855}" srcOrd="0" destOrd="0" presId="urn:microsoft.com/office/officeart/2005/8/layout/hierarchy1"/>
    <dgm:cxn modelId="{129974B0-9A78-46C3-B330-B796127ED650}" type="presParOf" srcId="{2B751F0A-0FA5-42A5-804C-84A7491CF809}" destId="{FCE57E83-AAEE-4666-B357-3BB873D4D07A}" srcOrd="1" destOrd="0" presId="urn:microsoft.com/office/officeart/2005/8/layout/hierarchy1"/>
    <dgm:cxn modelId="{AC71DB50-19A8-4BC6-8808-F45AC4F3C898}" type="presParOf" srcId="{1976847F-15B2-4A68-9A45-94DBCAFC732E}" destId="{B35368C1-FD81-4428-9659-0B225E6511AA}" srcOrd="1" destOrd="0" presId="urn:microsoft.com/office/officeart/2005/8/layout/hierarchy1"/>
    <dgm:cxn modelId="{4E842E22-3FB4-48F9-B703-F259C9B655FA}" type="presParOf" srcId="{B2B8EE99-C323-439B-85C2-2ADBAEAE3B8A}" destId="{1F9EDD2D-0B98-4EB8-81E4-495BB6E3A171}" srcOrd="2" destOrd="0" presId="urn:microsoft.com/office/officeart/2005/8/layout/hierarchy1"/>
    <dgm:cxn modelId="{6A894697-DF8E-4675-82B6-5A5D23E906B7}" type="presParOf" srcId="{1F9EDD2D-0B98-4EB8-81E4-495BB6E3A171}" destId="{E6441C6B-1D94-4C38-9EEB-781EF4EEAC2C}" srcOrd="0" destOrd="0" presId="urn:microsoft.com/office/officeart/2005/8/layout/hierarchy1"/>
    <dgm:cxn modelId="{619D9EF1-3A03-42FC-BB3C-3BBA589D9BFD}" type="presParOf" srcId="{E6441C6B-1D94-4C38-9EEB-781EF4EEAC2C}" destId="{9BED64F4-7271-45B1-A21A-7393B721F98A}" srcOrd="0" destOrd="0" presId="urn:microsoft.com/office/officeart/2005/8/layout/hierarchy1"/>
    <dgm:cxn modelId="{2E4F9E90-697B-418D-B76A-2249287CB3E7}" type="presParOf" srcId="{E6441C6B-1D94-4C38-9EEB-781EF4EEAC2C}" destId="{F27B2BA2-77A0-48E7-A8F6-AD0F7B134F4D}" srcOrd="1" destOrd="0" presId="urn:microsoft.com/office/officeart/2005/8/layout/hierarchy1"/>
    <dgm:cxn modelId="{0767626E-257E-485D-A4CC-6436BB02FEBE}" type="presParOf" srcId="{1F9EDD2D-0B98-4EB8-81E4-495BB6E3A171}" destId="{C844E806-47CE-4C49-ACF5-1C93B0102358}" srcOrd="1" destOrd="0" presId="urn:microsoft.com/office/officeart/2005/8/layout/hierarchy1"/>
    <dgm:cxn modelId="{C06C2366-71A5-4B45-9130-A8D40EB30EF4}" type="presParOf" srcId="{B2B8EE99-C323-439B-85C2-2ADBAEAE3B8A}" destId="{824BC926-26C2-4380-8AD2-BCFB52DAA298}" srcOrd="3" destOrd="0" presId="urn:microsoft.com/office/officeart/2005/8/layout/hierarchy1"/>
    <dgm:cxn modelId="{418AA99D-B20D-4536-BCCF-05D090CFB4CC}" type="presParOf" srcId="{824BC926-26C2-4380-8AD2-BCFB52DAA298}" destId="{672EAEBA-48DB-4412-94E6-6FA9D762CF1F}" srcOrd="0" destOrd="0" presId="urn:microsoft.com/office/officeart/2005/8/layout/hierarchy1"/>
    <dgm:cxn modelId="{B8D49AF7-72CA-4E2E-98A3-906A3C6B2CAF}" type="presParOf" srcId="{672EAEBA-48DB-4412-94E6-6FA9D762CF1F}" destId="{55824B23-131B-4976-80E2-8E40FFCA0110}" srcOrd="0" destOrd="0" presId="urn:microsoft.com/office/officeart/2005/8/layout/hierarchy1"/>
    <dgm:cxn modelId="{040AF3FF-38D4-493D-8B6F-68C03A0BD9C0}" type="presParOf" srcId="{672EAEBA-48DB-4412-94E6-6FA9D762CF1F}" destId="{4B4F7D8E-BDA2-4C2F-A420-63819B79E16A}" srcOrd="1" destOrd="0" presId="urn:microsoft.com/office/officeart/2005/8/layout/hierarchy1"/>
    <dgm:cxn modelId="{F0045033-01A6-4A3E-BED7-15165CB76EA2}" type="presParOf" srcId="{824BC926-26C2-4380-8AD2-BCFB52DAA298}" destId="{A8E398B8-ABB0-4B33-A0D5-C3DB629E5D5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74C4C40-1608-45E2-A73D-7D1FC512F7D3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90C77C-9632-4C81-B7BC-A78C10ED8189}">
      <dgm:prSet/>
      <dgm:spPr/>
      <dgm:t>
        <a:bodyPr/>
        <a:lstStyle/>
        <a:p>
          <a:r>
            <a:rPr lang="en-US" dirty="0">
              <a:latin typeface="Inter 28pt" panose="02000503000000020004" pitchFamily="2" charset="0"/>
              <a:ea typeface="Inter 28pt" panose="02000503000000020004" pitchFamily="2" charset="0"/>
            </a:rPr>
            <a:t>Same Image → Different Views</a:t>
          </a:r>
        </a:p>
      </dgm:t>
    </dgm:pt>
    <dgm:pt modelId="{91C0E15A-3DC4-487F-A678-8EFCD7588BCC}" type="parTrans" cxnId="{DD0B48F7-6FA2-498F-9529-54098760D00E}">
      <dgm:prSet/>
      <dgm:spPr/>
      <dgm:t>
        <a:bodyPr/>
        <a:lstStyle/>
        <a:p>
          <a:endParaRPr lang="en-US"/>
        </a:p>
      </dgm:t>
    </dgm:pt>
    <dgm:pt modelId="{36C12131-C859-4400-8900-DC26E9198422}" type="sibTrans" cxnId="{DD0B48F7-6FA2-498F-9529-54098760D00E}">
      <dgm:prSet phldrT="1" phldr="0"/>
      <dgm:spPr>
        <a:solidFill>
          <a:srgbClr val="00B0F0"/>
        </a:solidFill>
        <a:ln>
          <a:solidFill>
            <a:schemeClr val="bg1"/>
          </a:solidFill>
        </a:ln>
      </dgm:spPr>
      <dgm:t>
        <a:bodyPr/>
        <a:lstStyle/>
        <a:p>
          <a:r>
            <a:rPr lang="en-US" dirty="0"/>
            <a:t>1</a:t>
          </a:r>
        </a:p>
      </dgm:t>
    </dgm:pt>
    <dgm:pt modelId="{76D42AFB-5E52-4C0B-9685-278A2915D96A}">
      <dgm:prSet/>
      <dgm:spPr/>
      <dgm:t>
        <a:bodyPr/>
        <a:lstStyle/>
        <a:p>
          <a:r>
            <a:rPr lang="en-US" dirty="0">
              <a:latin typeface="Inter 28pt" panose="02000503000000020004" pitchFamily="2" charset="0"/>
              <a:ea typeface="Inter 28pt" panose="02000503000000020004" pitchFamily="2" charset="0"/>
            </a:rPr>
            <a:t>Bring Similar Closer</a:t>
          </a:r>
        </a:p>
      </dgm:t>
    </dgm:pt>
    <dgm:pt modelId="{AEB9325C-1F17-4775-BC77-B1042CE80CB4}" type="parTrans" cxnId="{99510F32-CB24-4D39-B6DF-FB81059F6F8F}">
      <dgm:prSet/>
      <dgm:spPr/>
      <dgm:t>
        <a:bodyPr/>
        <a:lstStyle/>
        <a:p>
          <a:endParaRPr lang="en-US"/>
        </a:p>
      </dgm:t>
    </dgm:pt>
    <dgm:pt modelId="{E2C2254A-49A0-4513-B8B3-FFC6A1401A76}" type="sibTrans" cxnId="{99510F32-CB24-4D39-B6DF-FB81059F6F8F}">
      <dgm:prSet phldrT="2" phldr="0"/>
      <dgm:spPr>
        <a:solidFill>
          <a:srgbClr val="00B0F0"/>
        </a:solidFill>
        <a:ln>
          <a:solidFill>
            <a:schemeClr val="bg1"/>
          </a:solidFill>
        </a:ln>
      </dgm:spPr>
      <dgm:t>
        <a:bodyPr/>
        <a:lstStyle/>
        <a:p>
          <a:r>
            <a:rPr lang="en-US"/>
            <a:t>2</a:t>
          </a:r>
        </a:p>
      </dgm:t>
    </dgm:pt>
    <dgm:pt modelId="{A862BF39-BCDE-4CEB-BE31-901DB92F25BE}">
      <dgm:prSet/>
      <dgm:spPr/>
      <dgm:t>
        <a:bodyPr/>
        <a:lstStyle/>
        <a:p>
          <a:r>
            <a:rPr lang="en-US" dirty="0">
              <a:latin typeface="Inter 28pt" panose="02000503000000020004" pitchFamily="2" charset="0"/>
              <a:ea typeface="Inter 28pt" panose="02000503000000020004" pitchFamily="2" charset="0"/>
            </a:rPr>
            <a:t>Push Different Apart</a:t>
          </a:r>
        </a:p>
      </dgm:t>
    </dgm:pt>
    <dgm:pt modelId="{47B35917-9372-4B48-B847-79E8A08707B4}" type="parTrans" cxnId="{DC35ACD2-C15B-4311-B68E-1BD53E2179ED}">
      <dgm:prSet/>
      <dgm:spPr/>
      <dgm:t>
        <a:bodyPr/>
        <a:lstStyle/>
        <a:p>
          <a:endParaRPr lang="en-US"/>
        </a:p>
      </dgm:t>
    </dgm:pt>
    <dgm:pt modelId="{B228C00F-A07A-4134-885F-EBE1C2F10E63}" type="sibTrans" cxnId="{DC35ACD2-C15B-4311-B68E-1BD53E2179ED}">
      <dgm:prSet phldrT="3" phldr="0"/>
      <dgm:spPr>
        <a:solidFill>
          <a:srgbClr val="00B0F0"/>
        </a:solidFill>
        <a:ln>
          <a:solidFill>
            <a:schemeClr val="bg1"/>
          </a:solidFill>
        </a:ln>
      </dgm:spPr>
      <dgm:t>
        <a:bodyPr/>
        <a:lstStyle/>
        <a:p>
          <a:r>
            <a:rPr lang="en-US"/>
            <a:t>3</a:t>
          </a:r>
        </a:p>
      </dgm:t>
    </dgm:pt>
    <dgm:pt modelId="{F9D28E64-9DA8-4258-B841-5EDB5AC94D91}">
      <dgm:prSet/>
      <dgm:spPr/>
      <dgm:t>
        <a:bodyPr/>
        <a:lstStyle/>
        <a:p>
          <a:r>
            <a:rPr lang="en-US" dirty="0">
              <a:latin typeface="Inter 28pt" panose="02000503000000020004" pitchFamily="2" charset="0"/>
              <a:ea typeface="Inter 28pt" panose="02000503000000020004" pitchFamily="2" charset="0"/>
            </a:rPr>
            <a:t>Focus: Textures &amp; Edges</a:t>
          </a:r>
        </a:p>
      </dgm:t>
    </dgm:pt>
    <dgm:pt modelId="{9255D8C1-F691-4CA1-B14A-CC829CA8299E}" type="parTrans" cxnId="{2841788D-86BC-4217-80DE-17C070407BB6}">
      <dgm:prSet/>
      <dgm:spPr/>
      <dgm:t>
        <a:bodyPr/>
        <a:lstStyle/>
        <a:p>
          <a:endParaRPr lang="en-US"/>
        </a:p>
      </dgm:t>
    </dgm:pt>
    <dgm:pt modelId="{300C20D7-D005-4C9D-8FD0-51D7F9D55D57}" type="sibTrans" cxnId="{2841788D-86BC-4217-80DE-17C070407BB6}">
      <dgm:prSet phldrT="4" phldr="0"/>
      <dgm:spPr>
        <a:solidFill>
          <a:srgbClr val="00B0F0"/>
        </a:solidFill>
        <a:ln>
          <a:solidFill>
            <a:schemeClr val="bg1"/>
          </a:solidFill>
        </a:ln>
      </dgm:spPr>
      <dgm:t>
        <a:bodyPr/>
        <a:lstStyle/>
        <a:p>
          <a:r>
            <a:rPr lang="en-US"/>
            <a:t>4</a:t>
          </a:r>
        </a:p>
      </dgm:t>
    </dgm:pt>
    <dgm:pt modelId="{FFF360E5-6143-43AD-82AC-B2A642625A2C}" type="pres">
      <dgm:prSet presAssocID="{774C4C40-1608-45E2-A73D-7D1FC512F7D3}" presName="Name0" presStyleCnt="0">
        <dgm:presLayoutVars>
          <dgm:animLvl val="lvl"/>
          <dgm:resizeHandles val="exact"/>
        </dgm:presLayoutVars>
      </dgm:prSet>
      <dgm:spPr/>
    </dgm:pt>
    <dgm:pt modelId="{8F2C3F63-BF17-4D14-89C1-67582B44135B}" type="pres">
      <dgm:prSet presAssocID="{2790C77C-9632-4C81-B7BC-A78C10ED8189}" presName="compositeNode" presStyleCnt="0">
        <dgm:presLayoutVars>
          <dgm:bulletEnabled val="1"/>
        </dgm:presLayoutVars>
      </dgm:prSet>
      <dgm:spPr/>
    </dgm:pt>
    <dgm:pt modelId="{1006C7F2-A8D5-4135-A98E-D07BAB86236B}" type="pres">
      <dgm:prSet presAssocID="{2790C77C-9632-4C81-B7BC-A78C10ED8189}" presName="bgRect" presStyleLbl="bgAccFollowNode1" presStyleIdx="0" presStyleCnt="4"/>
      <dgm:spPr/>
    </dgm:pt>
    <dgm:pt modelId="{D61E7512-BB20-4DB7-BCDE-76EFBAB1AF55}" type="pres">
      <dgm:prSet presAssocID="{36C12131-C859-4400-8900-DC26E9198422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65CC639E-64E0-4ADB-9265-87308E4F1DE7}" type="pres">
      <dgm:prSet presAssocID="{2790C77C-9632-4C81-B7BC-A78C10ED8189}" presName="bottomLine" presStyleLbl="alignNode1" presStyleIdx="1" presStyleCnt="8">
        <dgm:presLayoutVars/>
      </dgm:prSet>
      <dgm:spPr/>
    </dgm:pt>
    <dgm:pt modelId="{CDB5895A-6175-4D96-B87F-E7F1D5A64526}" type="pres">
      <dgm:prSet presAssocID="{2790C77C-9632-4C81-B7BC-A78C10ED8189}" presName="nodeText" presStyleLbl="bgAccFollowNode1" presStyleIdx="0" presStyleCnt="4">
        <dgm:presLayoutVars>
          <dgm:bulletEnabled val="1"/>
        </dgm:presLayoutVars>
      </dgm:prSet>
      <dgm:spPr/>
    </dgm:pt>
    <dgm:pt modelId="{1CFFC7A4-817B-45B7-9FCE-05C720DF745E}" type="pres">
      <dgm:prSet presAssocID="{36C12131-C859-4400-8900-DC26E9198422}" presName="sibTrans" presStyleCnt="0"/>
      <dgm:spPr/>
    </dgm:pt>
    <dgm:pt modelId="{BBF0EDF1-1E48-4B06-A8EB-3A07E6E54C34}" type="pres">
      <dgm:prSet presAssocID="{76D42AFB-5E52-4C0B-9685-278A2915D96A}" presName="compositeNode" presStyleCnt="0">
        <dgm:presLayoutVars>
          <dgm:bulletEnabled val="1"/>
        </dgm:presLayoutVars>
      </dgm:prSet>
      <dgm:spPr/>
    </dgm:pt>
    <dgm:pt modelId="{7DDE69D3-8733-4167-AE08-2A586238320A}" type="pres">
      <dgm:prSet presAssocID="{76D42AFB-5E52-4C0B-9685-278A2915D96A}" presName="bgRect" presStyleLbl="bgAccFollowNode1" presStyleIdx="1" presStyleCnt="4"/>
      <dgm:spPr/>
    </dgm:pt>
    <dgm:pt modelId="{D8B12AEF-B01C-4456-9896-9635065F1AAD}" type="pres">
      <dgm:prSet presAssocID="{E2C2254A-49A0-4513-B8B3-FFC6A1401A76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3D3374D8-CEBB-46C1-9774-838814AAE553}" type="pres">
      <dgm:prSet presAssocID="{76D42AFB-5E52-4C0B-9685-278A2915D96A}" presName="bottomLine" presStyleLbl="alignNode1" presStyleIdx="3" presStyleCnt="8">
        <dgm:presLayoutVars/>
      </dgm:prSet>
      <dgm:spPr/>
    </dgm:pt>
    <dgm:pt modelId="{3714C00F-622C-4DC8-922E-222F5005A9C3}" type="pres">
      <dgm:prSet presAssocID="{76D42AFB-5E52-4C0B-9685-278A2915D96A}" presName="nodeText" presStyleLbl="bgAccFollowNode1" presStyleIdx="1" presStyleCnt="4">
        <dgm:presLayoutVars>
          <dgm:bulletEnabled val="1"/>
        </dgm:presLayoutVars>
      </dgm:prSet>
      <dgm:spPr/>
    </dgm:pt>
    <dgm:pt modelId="{BD4E4E6E-D564-4031-86C4-68AC9C5B5AD2}" type="pres">
      <dgm:prSet presAssocID="{E2C2254A-49A0-4513-B8B3-FFC6A1401A76}" presName="sibTrans" presStyleCnt="0"/>
      <dgm:spPr/>
    </dgm:pt>
    <dgm:pt modelId="{552C521E-9CF9-4386-9A23-6E7A80420E34}" type="pres">
      <dgm:prSet presAssocID="{A862BF39-BCDE-4CEB-BE31-901DB92F25BE}" presName="compositeNode" presStyleCnt="0">
        <dgm:presLayoutVars>
          <dgm:bulletEnabled val="1"/>
        </dgm:presLayoutVars>
      </dgm:prSet>
      <dgm:spPr/>
    </dgm:pt>
    <dgm:pt modelId="{95F0CAB3-73B3-4C7A-B70B-C8491889DE1A}" type="pres">
      <dgm:prSet presAssocID="{A862BF39-BCDE-4CEB-BE31-901DB92F25BE}" presName="bgRect" presStyleLbl="bgAccFollowNode1" presStyleIdx="2" presStyleCnt="4"/>
      <dgm:spPr/>
    </dgm:pt>
    <dgm:pt modelId="{F143377D-2B5E-467C-9842-DED3369C85EF}" type="pres">
      <dgm:prSet presAssocID="{B228C00F-A07A-4134-885F-EBE1C2F10E63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885E2074-C07B-4BCA-B6F5-2FD4DE921EB4}" type="pres">
      <dgm:prSet presAssocID="{A862BF39-BCDE-4CEB-BE31-901DB92F25BE}" presName="bottomLine" presStyleLbl="alignNode1" presStyleIdx="5" presStyleCnt="8">
        <dgm:presLayoutVars/>
      </dgm:prSet>
      <dgm:spPr/>
    </dgm:pt>
    <dgm:pt modelId="{56AF1AB1-7D61-443E-8E9E-2EBBDC30A66B}" type="pres">
      <dgm:prSet presAssocID="{A862BF39-BCDE-4CEB-BE31-901DB92F25BE}" presName="nodeText" presStyleLbl="bgAccFollowNode1" presStyleIdx="2" presStyleCnt="4">
        <dgm:presLayoutVars>
          <dgm:bulletEnabled val="1"/>
        </dgm:presLayoutVars>
      </dgm:prSet>
      <dgm:spPr/>
    </dgm:pt>
    <dgm:pt modelId="{E8C64F13-16E8-4160-A575-139F937044F3}" type="pres">
      <dgm:prSet presAssocID="{B228C00F-A07A-4134-885F-EBE1C2F10E63}" presName="sibTrans" presStyleCnt="0"/>
      <dgm:spPr/>
    </dgm:pt>
    <dgm:pt modelId="{E3403EAA-332E-4E16-A9B9-28D8CAF9A55F}" type="pres">
      <dgm:prSet presAssocID="{F9D28E64-9DA8-4258-B841-5EDB5AC94D91}" presName="compositeNode" presStyleCnt="0">
        <dgm:presLayoutVars>
          <dgm:bulletEnabled val="1"/>
        </dgm:presLayoutVars>
      </dgm:prSet>
      <dgm:spPr/>
    </dgm:pt>
    <dgm:pt modelId="{814BF630-BC01-498D-A549-C24F1519DF6B}" type="pres">
      <dgm:prSet presAssocID="{F9D28E64-9DA8-4258-B841-5EDB5AC94D91}" presName="bgRect" presStyleLbl="bgAccFollowNode1" presStyleIdx="3" presStyleCnt="4"/>
      <dgm:spPr/>
    </dgm:pt>
    <dgm:pt modelId="{3F458934-DB2C-463C-A264-7C5153856E9A}" type="pres">
      <dgm:prSet presAssocID="{300C20D7-D005-4C9D-8FD0-51D7F9D55D57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71626C2E-1662-4904-97FD-F38E24671959}" type="pres">
      <dgm:prSet presAssocID="{F9D28E64-9DA8-4258-B841-5EDB5AC94D91}" presName="bottomLine" presStyleLbl="alignNode1" presStyleIdx="7" presStyleCnt="8">
        <dgm:presLayoutVars/>
      </dgm:prSet>
      <dgm:spPr/>
    </dgm:pt>
    <dgm:pt modelId="{31D35C94-14D1-4327-8A78-7B879B67D679}" type="pres">
      <dgm:prSet presAssocID="{F9D28E64-9DA8-4258-B841-5EDB5AC94D91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4D32061C-7AFC-48E5-8DA5-3BDFB2E4AF2E}" type="presOf" srcId="{A862BF39-BCDE-4CEB-BE31-901DB92F25BE}" destId="{56AF1AB1-7D61-443E-8E9E-2EBBDC30A66B}" srcOrd="1" destOrd="0" presId="urn:microsoft.com/office/officeart/2016/7/layout/BasicLinearProcessNumbered"/>
    <dgm:cxn modelId="{9A97D81D-C9F6-436C-8327-55B32C227077}" type="presOf" srcId="{36C12131-C859-4400-8900-DC26E9198422}" destId="{D61E7512-BB20-4DB7-BCDE-76EFBAB1AF55}" srcOrd="0" destOrd="0" presId="urn:microsoft.com/office/officeart/2016/7/layout/BasicLinearProcessNumbered"/>
    <dgm:cxn modelId="{6C4CBC1E-FB59-4972-946F-363A8B20FD22}" type="presOf" srcId="{2790C77C-9632-4C81-B7BC-A78C10ED8189}" destId="{CDB5895A-6175-4D96-B87F-E7F1D5A64526}" srcOrd="1" destOrd="0" presId="urn:microsoft.com/office/officeart/2016/7/layout/BasicLinearProcessNumbered"/>
    <dgm:cxn modelId="{B408CA2D-4620-4087-A762-BC5108D1DE53}" type="presOf" srcId="{76D42AFB-5E52-4C0B-9685-278A2915D96A}" destId="{3714C00F-622C-4DC8-922E-222F5005A9C3}" srcOrd="1" destOrd="0" presId="urn:microsoft.com/office/officeart/2016/7/layout/BasicLinearProcessNumbered"/>
    <dgm:cxn modelId="{99510F32-CB24-4D39-B6DF-FB81059F6F8F}" srcId="{774C4C40-1608-45E2-A73D-7D1FC512F7D3}" destId="{76D42AFB-5E52-4C0B-9685-278A2915D96A}" srcOrd="1" destOrd="0" parTransId="{AEB9325C-1F17-4775-BC77-B1042CE80CB4}" sibTransId="{E2C2254A-49A0-4513-B8B3-FFC6A1401A76}"/>
    <dgm:cxn modelId="{6859535F-4A00-45BE-AC97-20A4CFA61CAA}" type="presOf" srcId="{F9D28E64-9DA8-4258-B841-5EDB5AC94D91}" destId="{814BF630-BC01-498D-A549-C24F1519DF6B}" srcOrd="0" destOrd="0" presId="urn:microsoft.com/office/officeart/2016/7/layout/BasicLinearProcessNumbered"/>
    <dgm:cxn modelId="{25854144-C3F1-4967-AE73-E86230E93216}" type="presOf" srcId="{B228C00F-A07A-4134-885F-EBE1C2F10E63}" destId="{F143377D-2B5E-467C-9842-DED3369C85EF}" srcOrd="0" destOrd="0" presId="urn:microsoft.com/office/officeart/2016/7/layout/BasicLinearProcessNumbered"/>
    <dgm:cxn modelId="{A23A6664-85CA-4A56-9118-6A959D210349}" type="presOf" srcId="{76D42AFB-5E52-4C0B-9685-278A2915D96A}" destId="{7DDE69D3-8733-4167-AE08-2A586238320A}" srcOrd="0" destOrd="0" presId="urn:microsoft.com/office/officeart/2016/7/layout/BasicLinearProcessNumbered"/>
    <dgm:cxn modelId="{CFFEF557-378C-40BF-8887-A2750B286BE1}" type="presOf" srcId="{300C20D7-D005-4C9D-8FD0-51D7F9D55D57}" destId="{3F458934-DB2C-463C-A264-7C5153856E9A}" srcOrd="0" destOrd="0" presId="urn:microsoft.com/office/officeart/2016/7/layout/BasicLinearProcessNumbered"/>
    <dgm:cxn modelId="{2841788D-86BC-4217-80DE-17C070407BB6}" srcId="{774C4C40-1608-45E2-A73D-7D1FC512F7D3}" destId="{F9D28E64-9DA8-4258-B841-5EDB5AC94D91}" srcOrd="3" destOrd="0" parTransId="{9255D8C1-F691-4CA1-B14A-CC829CA8299E}" sibTransId="{300C20D7-D005-4C9D-8FD0-51D7F9D55D57}"/>
    <dgm:cxn modelId="{270CCE99-EF6D-4BC2-BAAE-1EC9935C58D7}" type="presOf" srcId="{E2C2254A-49A0-4513-B8B3-FFC6A1401A76}" destId="{D8B12AEF-B01C-4456-9896-9635065F1AAD}" srcOrd="0" destOrd="0" presId="urn:microsoft.com/office/officeart/2016/7/layout/BasicLinearProcessNumbered"/>
    <dgm:cxn modelId="{9B38369A-1275-4CF5-8ED9-5A3C12ECFBDF}" type="presOf" srcId="{A862BF39-BCDE-4CEB-BE31-901DB92F25BE}" destId="{95F0CAB3-73B3-4C7A-B70B-C8491889DE1A}" srcOrd="0" destOrd="0" presId="urn:microsoft.com/office/officeart/2016/7/layout/BasicLinearProcessNumbered"/>
    <dgm:cxn modelId="{1A4F729C-76BB-4AD5-9957-D109EEC6A743}" type="presOf" srcId="{2790C77C-9632-4C81-B7BC-A78C10ED8189}" destId="{1006C7F2-A8D5-4135-A98E-D07BAB86236B}" srcOrd="0" destOrd="0" presId="urn:microsoft.com/office/officeart/2016/7/layout/BasicLinearProcessNumbered"/>
    <dgm:cxn modelId="{27F9D4A5-7F60-47F3-8905-AE07D6CAB896}" type="presOf" srcId="{774C4C40-1608-45E2-A73D-7D1FC512F7D3}" destId="{FFF360E5-6143-43AD-82AC-B2A642625A2C}" srcOrd="0" destOrd="0" presId="urn:microsoft.com/office/officeart/2016/7/layout/BasicLinearProcessNumbered"/>
    <dgm:cxn modelId="{DC35ACD2-C15B-4311-B68E-1BD53E2179ED}" srcId="{774C4C40-1608-45E2-A73D-7D1FC512F7D3}" destId="{A862BF39-BCDE-4CEB-BE31-901DB92F25BE}" srcOrd="2" destOrd="0" parTransId="{47B35917-9372-4B48-B847-79E8A08707B4}" sibTransId="{B228C00F-A07A-4134-885F-EBE1C2F10E63}"/>
    <dgm:cxn modelId="{37C469F1-AAED-4ECE-B0BB-7C69E7F253C9}" type="presOf" srcId="{F9D28E64-9DA8-4258-B841-5EDB5AC94D91}" destId="{31D35C94-14D1-4327-8A78-7B879B67D679}" srcOrd="1" destOrd="0" presId="urn:microsoft.com/office/officeart/2016/7/layout/BasicLinearProcessNumbered"/>
    <dgm:cxn modelId="{DD0B48F7-6FA2-498F-9529-54098760D00E}" srcId="{774C4C40-1608-45E2-A73D-7D1FC512F7D3}" destId="{2790C77C-9632-4C81-B7BC-A78C10ED8189}" srcOrd="0" destOrd="0" parTransId="{91C0E15A-3DC4-487F-A678-8EFCD7588BCC}" sibTransId="{36C12131-C859-4400-8900-DC26E9198422}"/>
    <dgm:cxn modelId="{C5EA6A2D-8499-4231-BD42-7EEE0FC25BE4}" type="presParOf" srcId="{FFF360E5-6143-43AD-82AC-B2A642625A2C}" destId="{8F2C3F63-BF17-4D14-89C1-67582B44135B}" srcOrd="0" destOrd="0" presId="urn:microsoft.com/office/officeart/2016/7/layout/BasicLinearProcessNumbered"/>
    <dgm:cxn modelId="{987405C5-DFD7-4D80-964E-545164B6A91C}" type="presParOf" srcId="{8F2C3F63-BF17-4D14-89C1-67582B44135B}" destId="{1006C7F2-A8D5-4135-A98E-D07BAB86236B}" srcOrd="0" destOrd="0" presId="urn:microsoft.com/office/officeart/2016/7/layout/BasicLinearProcessNumbered"/>
    <dgm:cxn modelId="{05246668-E9A1-41C8-B22E-9D66F825249A}" type="presParOf" srcId="{8F2C3F63-BF17-4D14-89C1-67582B44135B}" destId="{D61E7512-BB20-4DB7-BCDE-76EFBAB1AF55}" srcOrd="1" destOrd="0" presId="urn:microsoft.com/office/officeart/2016/7/layout/BasicLinearProcessNumbered"/>
    <dgm:cxn modelId="{CF91163D-61CD-454E-B97B-32FA02380ED1}" type="presParOf" srcId="{8F2C3F63-BF17-4D14-89C1-67582B44135B}" destId="{65CC639E-64E0-4ADB-9265-87308E4F1DE7}" srcOrd="2" destOrd="0" presId="urn:microsoft.com/office/officeart/2016/7/layout/BasicLinearProcessNumbered"/>
    <dgm:cxn modelId="{22797530-D58B-4770-A3AE-EDB34798941F}" type="presParOf" srcId="{8F2C3F63-BF17-4D14-89C1-67582B44135B}" destId="{CDB5895A-6175-4D96-B87F-E7F1D5A64526}" srcOrd="3" destOrd="0" presId="urn:microsoft.com/office/officeart/2016/7/layout/BasicLinearProcessNumbered"/>
    <dgm:cxn modelId="{137FE619-DDE8-468A-B541-C3DAB34CBD31}" type="presParOf" srcId="{FFF360E5-6143-43AD-82AC-B2A642625A2C}" destId="{1CFFC7A4-817B-45B7-9FCE-05C720DF745E}" srcOrd="1" destOrd="0" presId="urn:microsoft.com/office/officeart/2016/7/layout/BasicLinearProcessNumbered"/>
    <dgm:cxn modelId="{A4BCFDC4-4C49-412A-AC03-72BD1E8386E8}" type="presParOf" srcId="{FFF360E5-6143-43AD-82AC-B2A642625A2C}" destId="{BBF0EDF1-1E48-4B06-A8EB-3A07E6E54C34}" srcOrd="2" destOrd="0" presId="urn:microsoft.com/office/officeart/2016/7/layout/BasicLinearProcessNumbered"/>
    <dgm:cxn modelId="{A0B405F9-1E33-4736-98C0-F547DAAE4DC5}" type="presParOf" srcId="{BBF0EDF1-1E48-4B06-A8EB-3A07E6E54C34}" destId="{7DDE69D3-8733-4167-AE08-2A586238320A}" srcOrd="0" destOrd="0" presId="urn:microsoft.com/office/officeart/2016/7/layout/BasicLinearProcessNumbered"/>
    <dgm:cxn modelId="{041D6BDC-2965-4E42-AEF6-5116EAA8CC0A}" type="presParOf" srcId="{BBF0EDF1-1E48-4B06-A8EB-3A07E6E54C34}" destId="{D8B12AEF-B01C-4456-9896-9635065F1AAD}" srcOrd="1" destOrd="0" presId="urn:microsoft.com/office/officeart/2016/7/layout/BasicLinearProcessNumbered"/>
    <dgm:cxn modelId="{FC579404-1FCB-4995-9B8D-B904F75A43FA}" type="presParOf" srcId="{BBF0EDF1-1E48-4B06-A8EB-3A07E6E54C34}" destId="{3D3374D8-CEBB-46C1-9774-838814AAE553}" srcOrd="2" destOrd="0" presId="urn:microsoft.com/office/officeart/2016/7/layout/BasicLinearProcessNumbered"/>
    <dgm:cxn modelId="{2482E674-52B6-4C29-995A-17D51574E5A6}" type="presParOf" srcId="{BBF0EDF1-1E48-4B06-A8EB-3A07E6E54C34}" destId="{3714C00F-622C-4DC8-922E-222F5005A9C3}" srcOrd="3" destOrd="0" presId="urn:microsoft.com/office/officeart/2016/7/layout/BasicLinearProcessNumbered"/>
    <dgm:cxn modelId="{C5E5C04C-71C6-479C-BA23-248D850F7E4B}" type="presParOf" srcId="{FFF360E5-6143-43AD-82AC-B2A642625A2C}" destId="{BD4E4E6E-D564-4031-86C4-68AC9C5B5AD2}" srcOrd="3" destOrd="0" presId="urn:microsoft.com/office/officeart/2016/7/layout/BasicLinearProcessNumbered"/>
    <dgm:cxn modelId="{4D87EDF8-A725-421A-B6DF-35FBD36B14C5}" type="presParOf" srcId="{FFF360E5-6143-43AD-82AC-B2A642625A2C}" destId="{552C521E-9CF9-4386-9A23-6E7A80420E34}" srcOrd="4" destOrd="0" presId="urn:microsoft.com/office/officeart/2016/7/layout/BasicLinearProcessNumbered"/>
    <dgm:cxn modelId="{D4DB8BC2-8909-47B1-9A22-FFC0CC403BB3}" type="presParOf" srcId="{552C521E-9CF9-4386-9A23-6E7A80420E34}" destId="{95F0CAB3-73B3-4C7A-B70B-C8491889DE1A}" srcOrd="0" destOrd="0" presId="urn:microsoft.com/office/officeart/2016/7/layout/BasicLinearProcessNumbered"/>
    <dgm:cxn modelId="{A8A5B8D3-C34A-45DA-AD15-AF7BD641D173}" type="presParOf" srcId="{552C521E-9CF9-4386-9A23-6E7A80420E34}" destId="{F143377D-2B5E-467C-9842-DED3369C85EF}" srcOrd="1" destOrd="0" presId="urn:microsoft.com/office/officeart/2016/7/layout/BasicLinearProcessNumbered"/>
    <dgm:cxn modelId="{F838C2EE-7C2D-4ED9-BBC4-1675E2B298F2}" type="presParOf" srcId="{552C521E-9CF9-4386-9A23-6E7A80420E34}" destId="{885E2074-C07B-4BCA-B6F5-2FD4DE921EB4}" srcOrd="2" destOrd="0" presId="urn:microsoft.com/office/officeart/2016/7/layout/BasicLinearProcessNumbered"/>
    <dgm:cxn modelId="{7D264D6E-7AC8-4789-A443-8AF2C30AB35A}" type="presParOf" srcId="{552C521E-9CF9-4386-9A23-6E7A80420E34}" destId="{56AF1AB1-7D61-443E-8E9E-2EBBDC30A66B}" srcOrd="3" destOrd="0" presId="urn:microsoft.com/office/officeart/2016/7/layout/BasicLinearProcessNumbered"/>
    <dgm:cxn modelId="{7BCD3CE5-BCD4-4EFA-A3E9-30C5CFA67A22}" type="presParOf" srcId="{FFF360E5-6143-43AD-82AC-B2A642625A2C}" destId="{E8C64F13-16E8-4160-A575-139F937044F3}" srcOrd="5" destOrd="0" presId="urn:microsoft.com/office/officeart/2016/7/layout/BasicLinearProcessNumbered"/>
    <dgm:cxn modelId="{F644C0AE-13A6-45BA-8E11-FDF6ECA51553}" type="presParOf" srcId="{FFF360E5-6143-43AD-82AC-B2A642625A2C}" destId="{E3403EAA-332E-4E16-A9B9-28D8CAF9A55F}" srcOrd="6" destOrd="0" presId="urn:microsoft.com/office/officeart/2016/7/layout/BasicLinearProcessNumbered"/>
    <dgm:cxn modelId="{CE6F242E-7CEC-468E-ABD0-F3DD83A84732}" type="presParOf" srcId="{E3403EAA-332E-4E16-A9B9-28D8CAF9A55F}" destId="{814BF630-BC01-498D-A549-C24F1519DF6B}" srcOrd="0" destOrd="0" presId="urn:microsoft.com/office/officeart/2016/7/layout/BasicLinearProcessNumbered"/>
    <dgm:cxn modelId="{C6A232B9-1DB0-4946-8FD1-4DAED32A409C}" type="presParOf" srcId="{E3403EAA-332E-4E16-A9B9-28D8CAF9A55F}" destId="{3F458934-DB2C-463C-A264-7C5153856E9A}" srcOrd="1" destOrd="0" presId="urn:microsoft.com/office/officeart/2016/7/layout/BasicLinearProcessNumbered"/>
    <dgm:cxn modelId="{415D41D6-944A-4B99-A6B7-473041913CF2}" type="presParOf" srcId="{E3403EAA-332E-4E16-A9B9-28D8CAF9A55F}" destId="{71626C2E-1662-4904-97FD-F38E24671959}" srcOrd="2" destOrd="0" presId="urn:microsoft.com/office/officeart/2016/7/layout/BasicLinearProcessNumbered"/>
    <dgm:cxn modelId="{4AEF473F-E150-47A0-9E21-905650E13CE6}" type="presParOf" srcId="{E3403EAA-332E-4E16-A9B9-28D8CAF9A55F}" destId="{31D35C94-14D1-4327-8A78-7B879B67D679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74C4C40-1608-45E2-A73D-7D1FC512F7D3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90C77C-9632-4C81-B7BC-A78C10ED8189}">
      <dgm:prSet/>
      <dgm:spPr/>
      <dgm:t>
        <a:bodyPr/>
        <a:lstStyle/>
        <a:p>
          <a:r>
            <a:rPr lang="en-GB" dirty="0">
              <a:latin typeface="Inter 28pt" panose="02000503000000020004" pitchFamily="2" charset="0"/>
              <a:ea typeface="Inter 28pt" panose="02000503000000020004" pitchFamily="2" charset="0"/>
            </a:rPr>
            <a:t>Learns From Itself</a:t>
          </a:r>
          <a:endParaRPr lang="en-US" dirty="0">
            <a:latin typeface="Inter 28pt" panose="02000503000000020004" pitchFamily="2" charset="0"/>
            <a:ea typeface="Inter 28pt" panose="02000503000000020004" pitchFamily="2" charset="0"/>
          </a:endParaRPr>
        </a:p>
      </dgm:t>
    </dgm:pt>
    <dgm:pt modelId="{91C0E15A-3DC4-487F-A678-8EFCD7588BCC}" type="parTrans" cxnId="{DD0B48F7-6FA2-498F-9529-54098760D00E}">
      <dgm:prSet/>
      <dgm:spPr/>
      <dgm:t>
        <a:bodyPr/>
        <a:lstStyle/>
        <a:p>
          <a:endParaRPr lang="en-US"/>
        </a:p>
      </dgm:t>
    </dgm:pt>
    <dgm:pt modelId="{36C12131-C859-4400-8900-DC26E9198422}" type="sibTrans" cxnId="{DD0B48F7-6FA2-498F-9529-54098760D00E}">
      <dgm:prSet phldrT="1" phldr="0"/>
      <dgm:spPr>
        <a:solidFill>
          <a:srgbClr val="00B0F0"/>
        </a:solidFill>
        <a:ln>
          <a:solidFill>
            <a:schemeClr val="bg1"/>
          </a:solidFill>
        </a:ln>
      </dgm:spPr>
      <dgm:t>
        <a:bodyPr/>
        <a:lstStyle/>
        <a:p>
          <a:r>
            <a:rPr lang="en-US"/>
            <a:t>1</a:t>
          </a:r>
        </a:p>
      </dgm:t>
    </dgm:pt>
    <dgm:pt modelId="{76D42AFB-5E52-4C0B-9685-278A2915D96A}">
      <dgm:prSet/>
      <dgm:spPr/>
      <dgm:t>
        <a:bodyPr/>
        <a:lstStyle/>
        <a:p>
          <a:r>
            <a:rPr lang="en-GB" dirty="0">
              <a:latin typeface="Inter 28pt" panose="02000503000000020004" pitchFamily="2" charset="0"/>
              <a:ea typeface="Inter 28pt" panose="02000503000000020004" pitchFamily="2" charset="0"/>
            </a:rPr>
            <a:t>Online &amp; Target Networks</a:t>
          </a:r>
          <a:endParaRPr lang="en-US" dirty="0">
            <a:latin typeface="Inter 28pt" panose="02000503000000020004" pitchFamily="2" charset="0"/>
            <a:ea typeface="Inter 28pt" panose="02000503000000020004" pitchFamily="2" charset="0"/>
          </a:endParaRPr>
        </a:p>
      </dgm:t>
    </dgm:pt>
    <dgm:pt modelId="{AEB9325C-1F17-4775-BC77-B1042CE80CB4}" type="parTrans" cxnId="{99510F32-CB24-4D39-B6DF-FB81059F6F8F}">
      <dgm:prSet/>
      <dgm:spPr/>
      <dgm:t>
        <a:bodyPr/>
        <a:lstStyle/>
        <a:p>
          <a:endParaRPr lang="en-US"/>
        </a:p>
      </dgm:t>
    </dgm:pt>
    <dgm:pt modelId="{E2C2254A-49A0-4513-B8B3-FFC6A1401A76}" type="sibTrans" cxnId="{99510F32-CB24-4D39-B6DF-FB81059F6F8F}">
      <dgm:prSet phldrT="2" phldr="0"/>
      <dgm:spPr>
        <a:solidFill>
          <a:srgbClr val="00B0F0"/>
        </a:solidFill>
        <a:ln>
          <a:solidFill>
            <a:schemeClr val="bg1"/>
          </a:solidFill>
        </a:ln>
      </dgm:spPr>
      <dgm:t>
        <a:bodyPr/>
        <a:lstStyle/>
        <a:p>
          <a:r>
            <a:rPr lang="en-US"/>
            <a:t>2</a:t>
          </a:r>
        </a:p>
      </dgm:t>
    </dgm:pt>
    <dgm:pt modelId="{A862BF39-BCDE-4CEB-BE31-901DB92F25BE}">
      <dgm:prSet/>
      <dgm:spPr/>
      <dgm:t>
        <a:bodyPr/>
        <a:lstStyle/>
        <a:p>
          <a:r>
            <a:rPr lang="en-GB" dirty="0">
              <a:latin typeface="Inter 28pt" panose="02000503000000020004" pitchFamily="2" charset="0"/>
              <a:ea typeface="Inter 28pt" panose="02000503000000020004" pitchFamily="2" charset="0"/>
            </a:rPr>
            <a:t>No Negative Pairs</a:t>
          </a:r>
          <a:endParaRPr lang="en-US" dirty="0">
            <a:latin typeface="Inter 28pt" panose="02000503000000020004" pitchFamily="2" charset="0"/>
            <a:ea typeface="Inter 28pt" panose="02000503000000020004" pitchFamily="2" charset="0"/>
          </a:endParaRPr>
        </a:p>
      </dgm:t>
    </dgm:pt>
    <dgm:pt modelId="{47B35917-9372-4B48-B847-79E8A08707B4}" type="parTrans" cxnId="{DC35ACD2-C15B-4311-B68E-1BD53E2179ED}">
      <dgm:prSet/>
      <dgm:spPr/>
      <dgm:t>
        <a:bodyPr/>
        <a:lstStyle/>
        <a:p>
          <a:endParaRPr lang="en-US"/>
        </a:p>
      </dgm:t>
    </dgm:pt>
    <dgm:pt modelId="{B228C00F-A07A-4134-885F-EBE1C2F10E63}" type="sibTrans" cxnId="{DC35ACD2-C15B-4311-B68E-1BD53E2179ED}">
      <dgm:prSet phldrT="3" phldr="0"/>
      <dgm:spPr>
        <a:solidFill>
          <a:srgbClr val="00B0F0"/>
        </a:solidFill>
        <a:ln>
          <a:solidFill>
            <a:schemeClr val="bg1"/>
          </a:solidFill>
        </a:ln>
      </dgm:spPr>
      <dgm:t>
        <a:bodyPr/>
        <a:lstStyle/>
        <a:p>
          <a:r>
            <a:rPr lang="en-US"/>
            <a:t>3</a:t>
          </a:r>
        </a:p>
      </dgm:t>
    </dgm:pt>
    <dgm:pt modelId="{F9D28E64-9DA8-4258-B841-5EDB5AC94D91}">
      <dgm:prSet/>
      <dgm:spPr/>
      <dgm:t>
        <a:bodyPr/>
        <a:lstStyle/>
        <a:p>
          <a:r>
            <a:rPr lang="en-GB" dirty="0">
              <a:latin typeface="Inter 28pt" panose="02000503000000020004" pitchFamily="2" charset="0"/>
              <a:ea typeface="Inter 28pt" panose="02000503000000020004" pitchFamily="2" charset="0"/>
            </a:rPr>
            <a:t>Stable Training</a:t>
          </a:r>
          <a:endParaRPr lang="en-US" dirty="0">
            <a:latin typeface="Inter 28pt" panose="02000503000000020004" pitchFamily="2" charset="0"/>
            <a:ea typeface="Inter 28pt" panose="02000503000000020004" pitchFamily="2" charset="0"/>
          </a:endParaRPr>
        </a:p>
      </dgm:t>
    </dgm:pt>
    <dgm:pt modelId="{9255D8C1-F691-4CA1-B14A-CC829CA8299E}" type="parTrans" cxnId="{2841788D-86BC-4217-80DE-17C070407BB6}">
      <dgm:prSet/>
      <dgm:spPr/>
      <dgm:t>
        <a:bodyPr/>
        <a:lstStyle/>
        <a:p>
          <a:endParaRPr lang="en-US"/>
        </a:p>
      </dgm:t>
    </dgm:pt>
    <dgm:pt modelId="{300C20D7-D005-4C9D-8FD0-51D7F9D55D57}" type="sibTrans" cxnId="{2841788D-86BC-4217-80DE-17C070407BB6}">
      <dgm:prSet phldrT="4" phldr="0"/>
      <dgm:spPr>
        <a:solidFill>
          <a:srgbClr val="00B0F0"/>
        </a:solidFill>
        <a:ln>
          <a:solidFill>
            <a:schemeClr val="bg1"/>
          </a:solidFill>
        </a:ln>
      </dgm:spPr>
      <dgm:t>
        <a:bodyPr/>
        <a:lstStyle/>
        <a:p>
          <a:r>
            <a:rPr lang="en-US"/>
            <a:t>4</a:t>
          </a:r>
        </a:p>
      </dgm:t>
    </dgm:pt>
    <dgm:pt modelId="{FFF360E5-6143-43AD-82AC-B2A642625A2C}" type="pres">
      <dgm:prSet presAssocID="{774C4C40-1608-45E2-A73D-7D1FC512F7D3}" presName="Name0" presStyleCnt="0">
        <dgm:presLayoutVars>
          <dgm:animLvl val="lvl"/>
          <dgm:resizeHandles val="exact"/>
        </dgm:presLayoutVars>
      </dgm:prSet>
      <dgm:spPr/>
    </dgm:pt>
    <dgm:pt modelId="{8F2C3F63-BF17-4D14-89C1-67582B44135B}" type="pres">
      <dgm:prSet presAssocID="{2790C77C-9632-4C81-B7BC-A78C10ED8189}" presName="compositeNode" presStyleCnt="0">
        <dgm:presLayoutVars>
          <dgm:bulletEnabled val="1"/>
        </dgm:presLayoutVars>
      </dgm:prSet>
      <dgm:spPr/>
    </dgm:pt>
    <dgm:pt modelId="{1006C7F2-A8D5-4135-A98E-D07BAB86236B}" type="pres">
      <dgm:prSet presAssocID="{2790C77C-9632-4C81-B7BC-A78C10ED8189}" presName="bgRect" presStyleLbl="bgAccFollowNode1" presStyleIdx="0" presStyleCnt="4"/>
      <dgm:spPr/>
    </dgm:pt>
    <dgm:pt modelId="{D61E7512-BB20-4DB7-BCDE-76EFBAB1AF55}" type="pres">
      <dgm:prSet presAssocID="{36C12131-C859-4400-8900-DC26E9198422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65CC639E-64E0-4ADB-9265-87308E4F1DE7}" type="pres">
      <dgm:prSet presAssocID="{2790C77C-9632-4C81-B7BC-A78C10ED8189}" presName="bottomLine" presStyleLbl="alignNode1" presStyleIdx="1" presStyleCnt="8">
        <dgm:presLayoutVars/>
      </dgm:prSet>
      <dgm:spPr/>
    </dgm:pt>
    <dgm:pt modelId="{CDB5895A-6175-4D96-B87F-E7F1D5A64526}" type="pres">
      <dgm:prSet presAssocID="{2790C77C-9632-4C81-B7BC-A78C10ED8189}" presName="nodeText" presStyleLbl="bgAccFollowNode1" presStyleIdx="0" presStyleCnt="4">
        <dgm:presLayoutVars>
          <dgm:bulletEnabled val="1"/>
        </dgm:presLayoutVars>
      </dgm:prSet>
      <dgm:spPr/>
    </dgm:pt>
    <dgm:pt modelId="{1CFFC7A4-817B-45B7-9FCE-05C720DF745E}" type="pres">
      <dgm:prSet presAssocID="{36C12131-C859-4400-8900-DC26E9198422}" presName="sibTrans" presStyleCnt="0"/>
      <dgm:spPr/>
    </dgm:pt>
    <dgm:pt modelId="{BBF0EDF1-1E48-4B06-A8EB-3A07E6E54C34}" type="pres">
      <dgm:prSet presAssocID="{76D42AFB-5E52-4C0B-9685-278A2915D96A}" presName="compositeNode" presStyleCnt="0">
        <dgm:presLayoutVars>
          <dgm:bulletEnabled val="1"/>
        </dgm:presLayoutVars>
      </dgm:prSet>
      <dgm:spPr/>
    </dgm:pt>
    <dgm:pt modelId="{7DDE69D3-8733-4167-AE08-2A586238320A}" type="pres">
      <dgm:prSet presAssocID="{76D42AFB-5E52-4C0B-9685-278A2915D96A}" presName="bgRect" presStyleLbl="bgAccFollowNode1" presStyleIdx="1" presStyleCnt="4"/>
      <dgm:spPr/>
    </dgm:pt>
    <dgm:pt modelId="{D8B12AEF-B01C-4456-9896-9635065F1AAD}" type="pres">
      <dgm:prSet presAssocID="{E2C2254A-49A0-4513-B8B3-FFC6A1401A76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3D3374D8-CEBB-46C1-9774-838814AAE553}" type="pres">
      <dgm:prSet presAssocID="{76D42AFB-5E52-4C0B-9685-278A2915D96A}" presName="bottomLine" presStyleLbl="alignNode1" presStyleIdx="3" presStyleCnt="8">
        <dgm:presLayoutVars/>
      </dgm:prSet>
      <dgm:spPr/>
    </dgm:pt>
    <dgm:pt modelId="{3714C00F-622C-4DC8-922E-222F5005A9C3}" type="pres">
      <dgm:prSet presAssocID="{76D42AFB-5E52-4C0B-9685-278A2915D96A}" presName="nodeText" presStyleLbl="bgAccFollowNode1" presStyleIdx="1" presStyleCnt="4">
        <dgm:presLayoutVars>
          <dgm:bulletEnabled val="1"/>
        </dgm:presLayoutVars>
      </dgm:prSet>
      <dgm:spPr/>
    </dgm:pt>
    <dgm:pt modelId="{BD4E4E6E-D564-4031-86C4-68AC9C5B5AD2}" type="pres">
      <dgm:prSet presAssocID="{E2C2254A-49A0-4513-B8B3-FFC6A1401A76}" presName="sibTrans" presStyleCnt="0"/>
      <dgm:spPr/>
    </dgm:pt>
    <dgm:pt modelId="{552C521E-9CF9-4386-9A23-6E7A80420E34}" type="pres">
      <dgm:prSet presAssocID="{A862BF39-BCDE-4CEB-BE31-901DB92F25BE}" presName="compositeNode" presStyleCnt="0">
        <dgm:presLayoutVars>
          <dgm:bulletEnabled val="1"/>
        </dgm:presLayoutVars>
      </dgm:prSet>
      <dgm:spPr/>
    </dgm:pt>
    <dgm:pt modelId="{95F0CAB3-73B3-4C7A-B70B-C8491889DE1A}" type="pres">
      <dgm:prSet presAssocID="{A862BF39-BCDE-4CEB-BE31-901DB92F25BE}" presName="bgRect" presStyleLbl="bgAccFollowNode1" presStyleIdx="2" presStyleCnt="4"/>
      <dgm:spPr/>
    </dgm:pt>
    <dgm:pt modelId="{F143377D-2B5E-467C-9842-DED3369C85EF}" type="pres">
      <dgm:prSet presAssocID="{B228C00F-A07A-4134-885F-EBE1C2F10E63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885E2074-C07B-4BCA-B6F5-2FD4DE921EB4}" type="pres">
      <dgm:prSet presAssocID="{A862BF39-BCDE-4CEB-BE31-901DB92F25BE}" presName="bottomLine" presStyleLbl="alignNode1" presStyleIdx="5" presStyleCnt="8">
        <dgm:presLayoutVars/>
      </dgm:prSet>
      <dgm:spPr/>
    </dgm:pt>
    <dgm:pt modelId="{56AF1AB1-7D61-443E-8E9E-2EBBDC30A66B}" type="pres">
      <dgm:prSet presAssocID="{A862BF39-BCDE-4CEB-BE31-901DB92F25BE}" presName="nodeText" presStyleLbl="bgAccFollowNode1" presStyleIdx="2" presStyleCnt="4">
        <dgm:presLayoutVars>
          <dgm:bulletEnabled val="1"/>
        </dgm:presLayoutVars>
      </dgm:prSet>
      <dgm:spPr/>
    </dgm:pt>
    <dgm:pt modelId="{E8C64F13-16E8-4160-A575-139F937044F3}" type="pres">
      <dgm:prSet presAssocID="{B228C00F-A07A-4134-885F-EBE1C2F10E63}" presName="sibTrans" presStyleCnt="0"/>
      <dgm:spPr/>
    </dgm:pt>
    <dgm:pt modelId="{E3403EAA-332E-4E16-A9B9-28D8CAF9A55F}" type="pres">
      <dgm:prSet presAssocID="{F9D28E64-9DA8-4258-B841-5EDB5AC94D91}" presName="compositeNode" presStyleCnt="0">
        <dgm:presLayoutVars>
          <dgm:bulletEnabled val="1"/>
        </dgm:presLayoutVars>
      </dgm:prSet>
      <dgm:spPr/>
    </dgm:pt>
    <dgm:pt modelId="{814BF630-BC01-498D-A549-C24F1519DF6B}" type="pres">
      <dgm:prSet presAssocID="{F9D28E64-9DA8-4258-B841-5EDB5AC94D91}" presName="bgRect" presStyleLbl="bgAccFollowNode1" presStyleIdx="3" presStyleCnt="4"/>
      <dgm:spPr/>
    </dgm:pt>
    <dgm:pt modelId="{3F458934-DB2C-463C-A264-7C5153856E9A}" type="pres">
      <dgm:prSet presAssocID="{300C20D7-D005-4C9D-8FD0-51D7F9D55D57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71626C2E-1662-4904-97FD-F38E24671959}" type="pres">
      <dgm:prSet presAssocID="{F9D28E64-9DA8-4258-B841-5EDB5AC94D91}" presName="bottomLine" presStyleLbl="alignNode1" presStyleIdx="7" presStyleCnt="8">
        <dgm:presLayoutVars/>
      </dgm:prSet>
      <dgm:spPr/>
    </dgm:pt>
    <dgm:pt modelId="{31D35C94-14D1-4327-8A78-7B879B67D679}" type="pres">
      <dgm:prSet presAssocID="{F9D28E64-9DA8-4258-B841-5EDB5AC94D91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4D32061C-7AFC-48E5-8DA5-3BDFB2E4AF2E}" type="presOf" srcId="{A862BF39-BCDE-4CEB-BE31-901DB92F25BE}" destId="{56AF1AB1-7D61-443E-8E9E-2EBBDC30A66B}" srcOrd="1" destOrd="0" presId="urn:microsoft.com/office/officeart/2016/7/layout/BasicLinearProcessNumbered"/>
    <dgm:cxn modelId="{9A97D81D-C9F6-436C-8327-55B32C227077}" type="presOf" srcId="{36C12131-C859-4400-8900-DC26E9198422}" destId="{D61E7512-BB20-4DB7-BCDE-76EFBAB1AF55}" srcOrd="0" destOrd="0" presId="urn:microsoft.com/office/officeart/2016/7/layout/BasicLinearProcessNumbered"/>
    <dgm:cxn modelId="{6C4CBC1E-FB59-4972-946F-363A8B20FD22}" type="presOf" srcId="{2790C77C-9632-4C81-B7BC-A78C10ED8189}" destId="{CDB5895A-6175-4D96-B87F-E7F1D5A64526}" srcOrd="1" destOrd="0" presId="urn:microsoft.com/office/officeart/2016/7/layout/BasicLinearProcessNumbered"/>
    <dgm:cxn modelId="{B408CA2D-4620-4087-A762-BC5108D1DE53}" type="presOf" srcId="{76D42AFB-5E52-4C0B-9685-278A2915D96A}" destId="{3714C00F-622C-4DC8-922E-222F5005A9C3}" srcOrd="1" destOrd="0" presId="urn:microsoft.com/office/officeart/2016/7/layout/BasicLinearProcessNumbered"/>
    <dgm:cxn modelId="{99510F32-CB24-4D39-B6DF-FB81059F6F8F}" srcId="{774C4C40-1608-45E2-A73D-7D1FC512F7D3}" destId="{76D42AFB-5E52-4C0B-9685-278A2915D96A}" srcOrd="1" destOrd="0" parTransId="{AEB9325C-1F17-4775-BC77-B1042CE80CB4}" sibTransId="{E2C2254A-49A0-4513-B8B3-FFC6A1401A76}"/>
    <dgm:cxn modelId="{6859535F-4A00-45BE-AC97-20A4CFA61CAA}" type="presOf" srcId="{F9D28E64-9DA8-4258-B841-5EDB5AC94D91}" destId="{814BF630-BC01-498D-A549-C24F1519DF6B}" srcOrd="0" destOrd="0" presId="urn:microsoft.com/office/officeart/2016/7/layout/BasicLinearProcessNumbered"/>
    <dgm:cxn modelId="{25854144-C3F1-4967-AE73-E86230E93216}" type="presOf" srcId="{B228C00F-A07A-4134-885F-EBE1C2F10E63}" destId="{F143377D-2B5E-467C-9842-DED3369C85EF}" srcOrd="0" destOrd="0" presId="urn:microsoft.com/office/officeart/2016/7/layout/BasicLinearProcessNumbered"/>
    <dgm:cxn modelId="{A23A6664-85CA-4A56-9118-6A959D210349}" type="presOf" srcId="{76D42AFB-5E52-4C0B-9685-278A2915D96A}" destId="{7DDE69D3-8733-4167-AE08-2A586238320A}" srcOrd="0" destOrd="0" presId="urn:microsoft.com/office/officeart/2016/7/layout/BasicLinearProcessNumbered"/>
    <dgm:cxn modelId="{CFFEF557-378C-40BF-8887-A2750B286BE1}" type="presOf" srcId="{300C20D7-D005-4C9D-8FD0-51D7F9D55D57}" destId="{3F458934-DB2C-463C-A264-7C5153856E9A}" srcOrd="0" destOrd="0" presId="urn:microsoft.com/office/officeart/2016/7/layout/BasicLinearProcessNumbered"/>
    <dgm:cxn modelId="{2841788D-86BC-4217-80DE-17C070407BB6}" srcId="{774C4C40-1608-45E2-A73D-7D1FC512F7D3}" destId="{F9D28E64-9DA8-4258-B841-5EDB5AC94D91}" srcOrd="3" destOrd="0" parTransId="{9255D8C1-F691-4CA1-B14A-CC829CA8299E}" sibTransId="{300C20D7-D005-4C9D-8FD0-51D7F9D55D57}"/>
    <dgm:cxn modelId="{270CCE99-EF6D-4BC2-BAAE-1EC9935C58D7}" type="presOf" srcId="{E2C2254A-49A0-4513-B8B3-FFC6A1401A76}" destId="{D8B12AEF-B01C-4456-9896-9635065F1AAD}" srcOrd="0" destOrd="0" presId="urn:microsoft.com/office/officeart/2016/7/layout/BasicLinearProcessNumbered"/>
    <dgm:cxn modelId="{9B38369A-1275-4CF5-8ED9-5A3C12ECFBDF}" type="presOf" srcId="{A862BF39-BCDE-4CEB-BE31-901DB92F25BE}" destId="{95F0CAB3-73B3-4C7A-B70B-C8491889DE1A}" srcOrd="0" destOrd="0" presId="urn:microsoft.com/office/officeart/2016/7/layout/BasicLinearProcessNumbered"/>
    <dgm:cxn modelId="{1A4F729C-76BB-4AD5-9957-D109EEC6A743}" type="presOf" srcId="{2790C77C-9632-4C81-B7BC-A78C10ED8189}" destId="{1006C7F2-A8D5-4135-A98E-D07BAB86236B}" srcOrd="0" destOrd="0" presId="urn:microsoft.com/office/officeart/2016/7/layout/BasicLinearProcessNumbered"/>
    <dgm:cxn modelId="{27F9D4A5-7F60-47F3-8905-AE07D6CAB896}" type="presOf" srcId="{774C4C40-1608-45E2-A73D-7D1FC512F7D3}" destId="{FFF360E5-6143-43AD-82AC-B2A642625A2C}" srcOrd="0" destOrd="0" presId="urn:microsoft.com/office/officeart/2016/7/layout/BasicLinearProcessNumbered"/>
    <dgm:cxn modelId="{DC35ACD2-C15B-4311-B68E-1BD53E2179ED}" srcId="{774C4C40-1608-45E2-A73D-7D1FC512F7D3}" destId="{A862BF39-BCDE-4CEB-BE31-901DB92F25BE}" srcOrd="2" destOrd="0" parTransId="{47B35917-9372-4B48-B847-79E8A08707B4}" sibTransId="{B228C00F-A07A-4134-885F-EBE1C2F10E63}"/>
    <dgm:cxn modelId="{37C469F1-AAED-4ECE-B0BB-7C69E7F253C9}" type="presOf" srcId="{F9D28E64-9DA8-4258-B841-5EDB5AC94D91}" destId="{31D35C94-14D1-4327-8A78-7B879B67D679}" srcOrd="1" destOrd="0" presId="urn:microsoft.com/office/officeart/2016/7/layout/BasicLinearProcessNumbered"/>
    <dgm:cxn modelId="{DD0B48F7-6FA2-498F-9529-54098760D00E}" srcId="{774C4C40-1608-45E2-A73D-7D1FC512F7D3}" destId="{2790C77C-9632-4C81-B7BC-A78C10ED8189}" srcOrd="0" destOrd="0" parTransId="{91C0E15A-3DC4-487F-A678-8EFCD7588BCC}" sibTransId="{36C12131-C859-4400-8900-DC26E9198422}"/>
    <dgm:cxn modelId="{C5EA6A2D-8499-4231-BD42-7EEE0FC25BE4}" type="presParOf" srcId="{FFF360E5-6143-43AD-82AC-B2A642625A2C}" destId="{8F2C3F63-BF17-4D14-89C1-67582B44135B}" srcOrd="0" destOrd="0" presId="urn:microsoft.com/office/officeart/2016/7/layout/BasicLinearProcessNumbered"/>
    <dgm:cxn modelId="{987405C5-DFD7-4D80-964E-545164B6A91C}" type="presParOf" srcId="{8F2C3F63-BF17-4D14-89C1-67582B44135B}" destId="{1006C7F2-A8D5-4135-A98E-D07BAB86236B}" srcOrd="0" destOrd="0" presId="urn:microsoft.com/office/officeart/2016/7/layout/BasicLinearProcessNumbered"/>
    <dgm:cxn modelId="{05246668-E9A1-41C8-B22E-9D66F825249A}" type="presParOf" srcId="{8F2C3F63-BF17-4D14-89C1-67582B44135B}" destId="{D61E7512-BB20-4DB7-BCDE-76EFBAB1AF55}" srcOrd="1" destOrd="0" presId="urn:microsoft.com/office/officeart/2016/7/layout/BasicLinearProcessNumbered"/>
    <dgm:cxn modelId="{CF91163D-61CD-454E-B97B-32FA02380ED1}" type="presParOf" srcId="{8F2C3F63-BF17-4D14-89C1-67582B44135B}" destId="{65CC639E-64E0-4ADB-9265-87308E4F1DE7}" srcOrd="2" destOrd="0" presId="urn:microsoft.com/office/officeart/2016/7/layout/BasicLinearProcessNumbered"/>
    <dgm:cxn modelId="{22797530-D58B-4770-A3AE-EDB34798941F}" type="presParOf" srcId="{8F2C3F63-BF17-4D14-89C1-67582B44135B}" destId="{CDB5895A-6175-4D96-B87F-E7F1D5A64526}" srcOrd="3" destOrd="0" presId="urn:microsoft.com/office/officeart/2016/7/layout/BasicLinearProcessNumbered"/>
    <dgm:cxn modelId="{137FE619-DDE8-468A-B541-C3DAB34CBD31}" type="presParOf" srcId="{FFF360E5-6143-43AD-82AC-B2A642625A2C}" destId="{1CFFC7A4-817B-45B7-9FCE-05C720DF745E}" srcOrd="1" destOrd="0" presId="urn:microsoft.com/office/officeart/2016/7/layout/BasicLinearProcessNumbered"/>
    <dgm:cxn modelId="{A4BCFDC4-4C49-412A-AC03-72BD1E8386E8}" type="presParOf" srcId="{FFF360E5-6143-43AD-82AC-B2A642625A2C}" destId="{BBF0EDF1-1E48-4B06-A8EB-3A07E6E54C34}" srcOrd="2" destOrd="0" presId="urn:microsoft.com/office/officeart/2016/7/layout/BasicLinearProcessNumbered"/>
    <dgm:cxn modelId="{A0B405F9-1E33-4736-98C0-F547DAAE4DC5}" type="presParOf" srcId="{BBF0EDF1-1E48-4B06-A8EB-3A07E6E54C34}" destId="{7DDE69D3-8733-4167-AE08-2A586238320A}" srcOrd="0" destOrd="0" presId="urn:microsoft.com/office/officeart/2016/7/layout/BasicLinearProcessNumbered"/>
    <dgm:cxn modelId="{041D6BDC-2965-4E42-AEF6-5116EAA8CC0A}" type="presParOf" srcId="{BBF0EDF1-1E48-4B06-A8EB-3A07E6E54C34}" destId="{D8B12AEF-B01C-4456-9896-9635065F1AAD}" srcOrd="1" destOrd="0" presId="urn:microsoft.com/office/officeart/2016/7/layout/BasicLinearProcessNumbered"/>
    <dgm:cxn modelId="{FC579404-1FCB-4995-9B8D-B904F75A43FA}" type="presParOf" srcId="{BBF0EDF1-1E48-4B06-A8EB-3A07E6E54C34}" destId="{3D3374D8-CEBB-46C1-9774-838814AAE553}" srcOrd="2" destOrd="0" presId="urn:microsoft.com/office/officeart/2016/7/layout/BasicLinearProcessNumbered"/>
    <dgm:cxn modelId="{2482E674-52B6-4C29-995A-17D51574E5A6}" type="presParOf" srcId="{BBF0EDF1-1E48-4B06-A8EB-3A07E6E54C34}" destId="{3714C00F-622C-4DC8-922E-222F5005A9C3}" srcOrd="3" destOrd="0" presId="urn:microsoft.com/office/officeart/2016/7/layout/BasicLinearProcessNumbered"/>
    <dgm:cxn modelId="{C5E5C04C-71C6-479C-BA23-248D850F7E4B}" type="presParOf" srcId="{FFF360E5-6143-43AD-82AC-B2A642625A2C}" destId="{BD4E4E6E-D564-4031-86C4-68AC9C5B5AD2}" srcOrd="3" destOrd="0" presId="urn:microsoft.com/office/officeart/2016/7/layout/BasicLinearProcessNumbered"/>
    <dgm:cxn modelId="{4D87EDF8-A725-421A-B6DF-35FBD36B14C5}" type="presParOf" srcId="{FFF360E5-6143-43AD-82AC-B2A642625A2C}" destId="{552C521E-9CF9-4386-9A23-6E7A80420E34}" srcOrd="4" destOrd="0" presId="urn:microsoft.com/office/officeart/2016/7/layout/BasicLinearProcessNumbered"/>
    <dgm:cxn modelId="{D4DB8BC2-8909-47B1-9A22-FFC0CC403BB3}" type="presParOf" srcId="{552C521E-9CF9-4386-9A23-6E7A80420E34}" destId="{95F0CAB3-73B3-4C7A-B70B-C8491889DE1A}" srcOrd="0" destOrd="0" presId="urn:microsoft.com/office/officeart/2016/7/layout/BasicLinearProcessNumbered"/>
    <dgm:cxn modelId="{A8A5B8D3-C34A-45DA-AD15-AF7BD641D173}" type="presParOf" srcId="{552C521E-9CF9-4386-9A23-6E7A80420E34}" destId="{F143377D-2B5E-467C-9842-DED3369C85EF}" srcOrd="1" destOrd="0" presId="urn:microsoft.com/office/officeart/2016/7/layout/BasicLinearProcessNumbered"/>
    <dgm:cxn modelId="{F838C2EE-7C2D-4ED9-BBC4-1675E2B298F2}" type="presParOf" srcId="{552C521E-9CF9-4386-9A23-6E7A80420E34}" destId="{885E2074-C07B-4BCA-B6F5-2FD4DE921EB4}" srcOrd="2" destOrd="0" presId="urn:microsoft.com/office/officeart/2016/7/layout/BasicLinearProcessNumbered"/>
    <dgm:cxn modelId="{7D264D6E-7AC8-4789-A443-8AF2C30AB35A}" type="presParOf" srcId="{552C521E-9CF9-4386-9A23-6E7A80420E34}" destId="{56AF1AB1-7D61-443E-8E9E-2EBBDC30A66B}" srcOrd="3" destOrd="0" presId="urn:microsoft.com/office/officeart/2016/7/layout/BasicLinearProcessNumbered"/>
    <dgm:cxn modelId="{7BCD3CE5-BCD4-4EFA-A3E9-30C5CFA67A22}" type="presParOf" srcId="{FFF360E5-6143-43AD-82AC-B2A642625A2C}" destId="{E8C64F13-16E8-4160-A575-139F937044F3}" srcOrd="5" destOrd="0" presId="urn:microsoft.com/office/officeart/2016/7/layout/BasicLinearProcessNumbered"/>
    <dgm:cxn modelId="{F644C0AE-13A6-45BA-8E11-FDF6ECA51553}" type="presParOf" srcId="{FFF360E5-6143-43AD-82AC-B2A642625A2C}" destId="{E3403EAA-332E-4E16-A9B9-28D8CAF9A55F}" srcOrd="6" destOrd="0" presId="urn:microsoft.com/office/officeart/2016/7/layout/BasicLinearProcessNumbered"/>
    <dgm:cxn modelId="{CE6F242E-7CEC-468E-ABD0-F3DD83A84732}" type="presParOf" srcId="{E3403EAA-332E-4E16-A9B9-28D8CAF9A55F}" destId="{814BF630-BC01-498D-A549-C24F1519DF6B}" srcOrd="0" destOrd="0" presId="urn:microsoft.com/office/officeart/2016/7/layout/BasicLinearProcessNumbered"/>
    <dgm:cxn modelId="{C6A232B9-1DB0-4946-8FD1-4DAED32A409C}" type="presParOf" srcId="{E3403EAA-332E-4E16-A9B9-28D8CAF9A55F}" destId="{3F458934-DB2C-463C-A264-7C5153856E9A}" srcOrd="1" destOrd="0" presId="urn:microsoft.com/office/officeart/2016/7/layout/BasicLinearProcessNumbered"/>
    <dgm:cxn modelId="{415D41D6-944A-4B99-A6B7-473041913CF2}" type="presParOf" srcId="{E3403EAA-332E-4E16-A9B9-28D8CAF9A55F}" destId="{71626C2E-1662-4904-97FD-F38E24671959}" srcOrd="2" destOrd="0" presId="urn:microsoft.com/office/officeart/2016/7/layout/BasicLinearProcessNumbered"/>
    <dgm:cxn modelId="{4AEF473F-E150-47A0-9E21-905650E13CE6}" type="presParOf" srcId="{E3403EAA-332E-4E16-A9B9-28D8CAF9A55F}" destId="{31D35C94-14D1-4327-8A78-7B879B67D679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74C4C40-1608-45E2-A73D-7D1FC512F7D3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90C77C-9632-4C81-B7BC-A78C10ED8189}">
      <dgm:prSet/>
      <dgm:spPr/>
      <dgm:t>
        <a:bodyPr/>
        <a:lstStyle/>
        <a:p>
          <a:r>
            <a:rPr lang="en-GB" dirty="0">
              <a:latin typeface="Inter 28pt" panose="02000503000000020004" pitchFamily="2" charset="0"/>
              <a:ea typeface="Inter 28pt" panose="02000503000000020004" pitchFamily="2" charset="0"/>
            </a:rPr>
            <a:t>Hide Parts of Image</a:t>
          </a:r>
          <a:endParaRPr lang="en-US" dirty="0">
            <a:latin typeface="Inter 28pt" panose="02000503000000020004" pitchFamily="2" charset="0"/>
            <a:ea typeface="Inter 28pt" panose="02000503000000020004" pitchFamily="2" charset="0"/>
          </a:endParaRPr>
        </a:p>
      </dgm:t>
    </dgm:pt>
    <dgm:pt modelId="{91C0E15A-3DC4-487F-A678-8EFCD7588BCC}" type="parTrans" cxnId="{DD0B48F7-6FA2-498F-9529-54098760D00E}">
      <dgm:prSet/>
      <dgm:spPr/>
      <dgm:t>
        <a:bodyPr/>
        <a:lstStyle/>
        <a:p>
          <a:endParaRPr lang="en-US"/>
        </a:p>
      </dgm:t>
    </dgm:pt>
    <dgm:pt modelId="{36C12131-C859-4400-8900-DC26E9198422}" type="sibTrans" cxnId="{DD0B48F7-6FA2-498F-9529-54098760D00E}">
      <dgm:prSet phldrT="1" phldr="0"/>
      <dgm:spPr>
        <a:solidFill>
          <a:srgbClr val="00B0F0"/>
        </a:solidFill>
        <a:ln>
          <a:solidFill>
            <a:schemeClr val="bg1"/>
          </a:solidFill>
        </a:ln>
      </dgm:spPr>
      <dgm:t>
        <a:bodyPr/>
        <a:lstStyle/>
        <a:p>
          <a:r>
            <a:rPr lang="en-US"/>
            <a:t>1</a:t>
          </a:r>
        </a:p>
      </dgm:t>
    </dgm:pt>
    <dgm:pt modelId="{0D20457A-76F1-4DD2-97B6-4D8EE529AAAC}">
      <dgm:prSet/>
      <dgm:spPr/>
      <dgm:t>
        <a:bodyPr/>
        <a:lstStyle/>
        <a:p>
          <a:r>
            <a:rPr lang="en-GB" dirty="0">
              <a:latin typeface="Inter 28pt" panose="02000503000000020004" pitchFamily="2" charset="0"/>
              <a:ea typeface="Inter 28pt" panose="02000503000000020004" pitchFamily="2" charset="0"/>
            </a:rPr>
            <a:t>Reconstruct Missing Patches</a:t>
          </a:r>
        </a:p>
      </dgm:t>
    </dgm:pt>
    <dgm:pt modelId="{3EDD46B1-058B-4CAC-A678-3541954E4E93}" type="parTrans" cxnId="{C9517EFE-05AF-4C16-9563-B1EFBF7FABD0}">
      <dgm:prSet/>
      <dgm:spPr/>
      <dgm:t>
        <a:bodyPr/>
        <a:lstStyle/>
        <a:p>
          <a:endParaRPr lang="en-GB"/>
        </a:p>
      </dgm:t>
    </dgm:pt>
    <dgm:pt modelId="{9FC6F6A2-82DE-4DDE-97E0-533D47F1C28C}" type="sibTrans" cxnId="{C9517EFE-05AF-4C16-9563-B1EFBF7FABD0}">
      <dgm:prSet phldrT="2" phldr="0"/>
      <dgm:spPr>
        <a:solidFill>
          <a:srgbClr val="00B0F0"/>
        </a:solidFill>
        <a:ln>
          <a:solidFill>
            <a:schemeClr val="bg1"/>
          </a:solidFill>
        </a:ln>
      </dgm:spPr>
      <dgm:t>
        <a:bodyPr/>
        <a:lstStyle/>
        <a:p>
          <a:r>
            <a:rPr lang="en-GB"/>
            <a:t>2</a:t>
          </a:r>
        </a:p>
      </dgm:t>
    </dgm:pt>
    <dgm:pt modelId="{BC6471CC-2A2E-4716-87CE-CCA01E54F31B}">
      <dgm:prSet/>
      <dgm:spPr/>
      <dgm:t>
        <a:bodyPr/>
        <a:lstStyle/>
        <a:p>
          <a:r>
            <a:rPr lang="en-GB" dirty="0">
              <a:latin typeface="Inter 28pt" panose="02000503000000020004" pitchFamily="2" charset="0"/>
              <a:ea typeface="Inter 28pt" panose="02000503000000020004" pitchFamily="2" charset="0"/>
            </a:rPr>
            <a:t>Learns Deep Structure</a:t>
          </a:r>
        </a:p>
      </dgm:t>
    </dgm:pt>
    <dgm:pt modelId="{849718E2-D029-40F4-9A84-F07FB82C6C22}" type="parTrans" cxnId="{E779188E-6738-4C57-A4E7-31C6C30CEB32}">
      <dgm:prSet/>
      <dgm:spPr/>
      <dgm:t>
        <a:bodyPr/>
        <a:lstStyle/>
        <a:p>
          <a:endParaRPr lang="en-GB"/>
        </a:p>
      </dgm:t>
    </dgm:pt>
    <dgm:pt modelId="{0BB24659-C992-43A3-87FA-5F2071495289}" type="sibTrans" cxnId="{E779188E-6738-4C57-A4E7-31C6C30CEB32}">
      <dgm:prSet phldrT="3" phldr="0"/>
      <dgm:spPr>
        <a:solidFill>
          <a:srgbClr val="00B0F0"/>
        </a:solidFill>
        <a:ln>
          <a:solidFill>
            <a:schemeClr val="bg1"/>
          </a:solidFill>
        </a:ln>
      </dgm:spPr>
      <dgm:t>
        <a:bodyPr/>
        <a:lstStyle/>
        <a:p>
          <a:r>
            <a:rPr lang="en-GB"/>
            <a:t>3</a:t>
          </a:r>
        </a:p>
      </dgm:t>
    </dgm:pt>
    <dgm:pt modelId="{FFF360E5-6143-43AD-82AC-B2A642625A2C}" type="pres">
      <dgm:prSet presAssocID="{774C4C40-1608-45E2-A73D-7D1FC512F7D3}" presName="Name0" presStyleCnt="0">
        <dgm:presLayoutVars>
          <dgm:animLvl val="lvl"/>
          <dgm:resizeHandles val="exact"/>
        </dgm:presLayoutVars>
      </dgm:prSet>
      <dgm:spPr/>
    </dgm:pt>
    <dgm:pt modelId="{8F2C3F63-BF17-4D14-89C1-67582B44135B}" type="pres">
      <dgm:prSet presAssocID="{2790C77C-9632-4C81-B7BC-A78C10ED8189}" presName="compositeNode" presStyleCnt="0">
        <dgm:presLayoutVars>
          <dgm:bulletEnabled val="1"/>
        </dgm:presLayoutVars>
      </dgm:prSet>
      <dgm:spPr/>
    </dgm:pt>
    <dgm:pt modelId="{1006C7F2-A8D5-4135-A98E-D07BAB86236B}" type="pres">
      <dgm:prSet presAssocID="{2790C77C-9632-4C81-B7BC-A78C10ED8189}" presName="bgRect" presStyleLbl="bgAccFollowNode1" presStyleIdx="0" presStyleCnt="3"/>
      <dgm:spPr/>
    </dgm:pt>
    <dgm:pt modelId="{D61E7512-BB20-4DB7-BCDE-76EFBAB1AF55}" type="pres">
      <dgm:prSet presAssocID="{36C12131-C859-4400-8900-DC26E9198422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65CC639E-64E0-4ADB-9265-87308E4F1DE7}" type="pres">
      <dgm:prSet presAssocID="{2790C77C-9632-4C81-B7BC-A78C10ED8189}" presName="bottomLine" presStyleLbl="alignNode1" presStyleIdx="1" presStyleCnt="6">
        <dgm:presLayoutVars/>
      </dgm:prSet>
      <dgm:spPr/>
    </dgm:pt>
    <dgm:pt modelId="{CDB5895A-6175-4D96-B87F-E7F1D5A64526}" type="pres">
      <dgm:prSet presAssocID="{2790C77C-9632-4C81-B7BC-A78C10ED8189}" presName="nodeText" presStyleLbl="bgAccFollowNode1" presStyleIdx="0" presStyleCnt="3">
        <dgm:presLayoutVars>
          <dgm:bulletEnabled val="1"/>
        </dgm:presLayoutVars>
      </dgm:prSet>
      <dgm:spPr/>
    </dgm:pt>
    <dgm:pt modelId="{1CFFC7A4-817B-45B7-9FCE-05C720DF745E}" type="pres">
      <dgm:prSet presAssocID="{36C12131-C859-4400-8900-DC26E9198422}" presName="sibTrans" presStyleCnt="0"/>
      <dgm:spPr/>
    </dgm:pt>
    <dgm:pt modelId="{26FBB41E-6DDE-4533-9D5F-6E675777C52E}" type="pres">
      <dgm:prSet presAssocID="{0D20457A-76F1-4DD2-97B6-4D8EE529AAAC}" presName="compositeNode" presStyleCnt="0">
        <dgm:presLayoutVars>
          <dgm:bulletEnabled val="1"/>
        </dgm:presLayoutVars>
      </dgm:prSet>
      <dgm:spPr/>
    </dgm:pt>
    <dgm:pt modelId="{64033D64-517B-46A9-A091-771891CE7F43}" type="pres">
      <dgm:prSet presAssocID="{0D20457A-76F1-4DD2-97B6-4D8EE529AAAC}" presName="bgRect" presStyleLbl="bgAccFollowNode1" presStyleIdx="1" presStyleCnt="3"/>
      <dgm:spPr/>
    </dgm:pt>
    <dgm:pt modelId="{D2493F77-2F91-4922-87EF-B94D193EAA00}" type="pres">
      <dgm:prSet presAssocID="{9FC6F6A2-82DE-4DDE-97E0-533D47F1C28C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8FC4B5BC-C312-4F32-9694-2D813990A083}" type="pres">
      <dgm:prSet presAssocID="{0D20457A-76F1-4DD2-97B6-4D8EE529AAAC}" presName="bottomLine" presStyleLbl="alignNode1" presStyleIdx="3" presStyleCnt="6">
        <dgm:presLayoutVars/>
      </dgm:prSet>
      <dgm:spPr/>
    </dgm:pt>
    <dgm:pt modelId="{DAD06BF3-107B-477F-9661-8BC39C1DFC7F}" type="pres">
      <dgm:prSet presAssocID="{0D20457A-76F1-4DD2-97B6-4D8EE529AAAC}" presName="nodeText" presStyleLbl="bgAccFollowNode1" presStyleIdx="1" presStyleCnt="3">
        <dgm:presLayoutVars>
          <dgm:bulletEnabled val="1"/>
        </dgm:presLayoutVars>
      </dgm:prSet>
      <dgm:spPr/>
    </dgm:pt>
    <dgm:pt modelId="{5580AF8B-BBD3-4AE0-81E5-8009C075DC3E}" type="pres">
      <dgm:prSet presAssocID="{9FC6F6A2-82DE-4DDE-97E0-533D47F1C28C}" presName="sibTrans" presStyleCnt="0"/>
      <dgm:spPr/>
    </dgm:pt>
    <dgm:pt modelId="{D957E2D5-B247-4A1F-93B1-33020D8BF8C8}" type="pres">
      <dgm:prSet presAssocID="{BC6471CC-2A2E-4716-87CE-CCA01E54F31B}" presName="compositeNode" presStyleCnt="0">
        <dgm:presLayoutVars>
          <dgm:bulletEnabled val="1"/>
        </dgm:presLayoutVars>
      </dgm:prSet>
      <dgm:spPr/>
    </dgm:pt>
    <dgm:pt modelId="{273F1556-89CE-41F9-B9AC-1ACDB8C05DDB}" type="pres">
      <dgm:prSet presAssocID="{BC6471CC-2A2E-4716-87CE-CCA01E54F31B}" presName="bgRect" presStyleLbl="bgAccFollowNode1" presStyleIdx="2" presStyleCnt="3"/>
      <dgm:spPr/>
    </dgm:pt>
    <dgm:pt modelId="{4FA3929F-7083-4A7C-A378-6FAA50BE14E3}" type="pres">
      <dgm:prSet presAssocID="{0BB24659-C992-43A3-87FA-5F2071495289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48EF1B9E-5411-4E8C-838E-226F8BAB9DBD}" type="pres">
      <dgm:prSet presAssocID="{BC6471CC-2A2E-4716-87CE-CCA01E54F31B}" presName="bottomLine" presStyleLbl="alignNode1" presStyleIdx="5" presStyleCnt="6">
        <dgm:presLayoutVars/>
      </dgm:prSet>
      <dgm:spPr/>
    </dgm:pt>
    <dgm:pt modelId="{09015F67-F3B8-4B6B-9534-1AAE3406C05B}" type="pres">
      <dgm:prSet presAssocID="{BC6471CC-2A2E-4716-87CE-CCA01E54F31B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7FE9B102-BC64-4C43-A923-0C36048EB0D8}" type="presOf" srcId="{BC6471CC-2A2E-4716-87CE-CCA01E54F31B}" destId="{09015F67-F3B8-4B6B-9534-1AAE3406C05B}" srcOrd="1" destOrd="0" presId="urn:microsoft.com/office/officeart/2016/7/layout/BasicLinearProcessNumbered"/>
    <dgm:cxn modelId="{F77F191A-12C4-47ED-BB92-FA5D1197D340}" type="presOf" srcId="{0D20457A-76F1-4DD2-97B6-4D8EE529AAAC}" destId="{64033D64-517B-46A9-A091-771891CE7F43}" srcOrd="0" destOrd="0" presId="urn:microsoft.com/office/officeart/2016/7/layout/BasicLinearProcessNumbered"/>
    <dgm:cxn modelId="{9A97D81D-C9F6-436C-8327-55B32C227077}" type="presOf" srcId="{36C12131-C859-4400-8900-DC26E9198422}" destId="{D61E7512-BB20-4DB7-BCDE-76EFBAB1AF55}" srcOrd="0" destOrd="0" presId="urn:microsoft.com/office/officeart/2016/7/layout/BasicLinearProcessNumbered"/>
    <dgm:cxn modelId="{6C4CBC1E-FB59-4972-946F-363A8B20FD22}" type="presOf" srcId="{2790C77C-9632-4C81-B7BC-A78C10ED8189}" destId="{CDB5895A-6175-4D96-B87F-E7F1D5A64526}" srcOrd="1" destOrd="0" presId="urn:microsoft.com/office/officeart/2016/7/layout/BasicLinearProcessNumbered"/>
    <dgm:cxn modelId="{D2F45A2E-913B-400D-9FD1-A228096552A0}" type="presOf" srcId="{0BB24659-C992-43A3-87FA-5F2071495289}" destId="{4FA3929F-7083-4A7C-A378-6FAA50BE14E3}" srcOrd="0" destOrd="0" presId="urn:microsoft.com/office/officeart/2016/7/layout/BasicLinearProcessNumbered"/>
    <dgm:cxn modelId="{BF36926B-EE65-4955-BACC-62EBE30F8E3C}" type="presOf" srcId="{BC6471CC-2A2E-4716-87CE-CCA01E54F31B}" destId="{273F1556-89CE-41F9-B9AC-1ACDB8C05DDB}" srcOrd="0" destOrd="0" presId="urn:microsoft.com/office/officeart/2016/7/layout/BasicLinearProcessNumbered"/>
    <dgm:cxn modelId="{E779188E-6738-4C57-A4E7-31C6C30CEB32}" srcId="{774C4C40-1608-45E2-A73D-7D1FC512F7D3}" destId="{BC6471CC-2A2E-4716-87CE-CCA01E54F31B}" srcOrd="2" destOrd="0" parTransId="{849718E2-D029-40F4-9A84-F07FB82C6C22}" sibTransId="{0BB24659-C992-43A3-87FA-5F2071495289}"/>
    <dgm:cxn modelId="{1A4F729C-76BB-4AD5-9957-D109EEC6A743}" type="presOf" srcId="{2790C77C-9632-4C81-B7BC-A78C10ED8189}" destId="{1006C7F2-A8D5-4135-A98E-D07BAB86236B}" srcOrd="0" destOrd="0" presId="urn:microsoft.com/office/officeart/2016/7/layout/BasicLinearProcessNumbered"/>
    <dgm:cxn modelId="{27F9D4A5-7F60-47F3-8905-AE07D6CAB896}" type="presOf" srcId="{774C4C40-1608-45E2-A73D-7D1FC512F7D3}" destId="{FFF360E5-6143-43AD-82AC-B2A642625A2C}" srcOrd="0" destOrd="0" presId="urn:microsoft.com/office/officeart/2016/7/layout/BasicLinearProcessNumbered"/>
    <dgm:cxn modelId="{C637A1BD-63A3-4499-8160-18D18BE55CE4}" type="presOf" srcId="{0D20457A-76F1-4DD2-97B6-4D8EE529AAAC}" destId="{DAD06BF3-107B-477F-9661-8BC39C1DFC7F}" srcOrd="1" destOrd="0" presId="urn:microsoft.com/office/officeart/2016/7/layout/BasicLinearProcessNumbered"/>
    <dgm:cxn modelId="{65C71CD0-2839-4C42-B577-215DB2FFEF24}" type="presOf" srcId="{9FC6F6A2-82DE-4DDE-97E0-533D47F1C28C}" destId="{D2493F77-2F91-4922-87EF-B94D193EAA00}" srcOrd="0" destOrd="0" presId="urn:microsoft.com/office/officeart/2016/7/layout/BasicLinearProcessNumbered"/>
    <dgm:cxn modelId="{DD0B48F7-6FA2-498F-9529-54098760D00E}" srcId="{774C4C40-1608-45E2-A73D-7D1FC512F7D3}" destId="{2790C77C-9632-4C81-B7BC-A78C10ED8189}" srcOrd="0" destOrd="0" parTransId="{91C0E15A-3DC4-487F-A678-8EFCD7588BCC}" sibTransId="{36C12131-C859-4400-8900-DC26E9198422}"/>
    <dgm:cxn modelId="{C9517EFE-05AF-4C16-9563-B1EFBF7FABD0}" srcId="{774C4C40-1608-45E2-A73D-7D1FC512F7D3}" destId="{0D20457A-76F1-4DD2-97B6-4D8EE529AAAC}" srcOrd="1" destOrd="0" parTransId="{3EDD46B1-058B-4CAC-A678-3541954E4E93}" sibTransId="{9FC6F6A2-82DE-4DDE-97E0-533D47F1C28C}"/>
    <dgm:cxn modelId="{C5EA6A2D-8499-4231-BD42-7EEE0FC25BE4}" type="presParOf" srcId="{FFF360E5-6143-43AD-82AC-B2A642625A2C}" destId="{8F2C3F63-BF17-4D14-89C1-67582B44135B}" srcOrd="0" destOrd="0" presId="urn:microsoft.com/office/officeart/2016/7/layout/BasicLinearProcessNumbered"/>
    <dgm:cxn modelId="{987405C5-DFD7-4D80-964E-545164B6A91C}" type="presParOf" srcId="{8F2C3F63-BF17-4D14-89C1-67582B44135B}" destId="{1006C7F2-A8D5-4135-A98E-D07BAB86236B}" srcOrd="0" destOrd="0" presId="urn:microsoft.com/office/officeart/2016/7/layout/BasicLinearProcessNumbered"/>
    <dgm:cxn modelId="{05246668-E9A1-41C8-B22E-9D66F825249A}" type="presParOf" srcId="{8F2C3F63-BF17-4D14-89C1-67582B44135B}" destId="{D61E7512-BB20-4DB7-BCDE-76EFBAB1AF55}" srcOrd="1" destOrd="0" presId="urn:microsoft.com/office/officeart/2016/7/layout/BasicLinearProcessNumbered"/>
    <dgm:cxn modelId="{CF91163D-61CD-454E-B97B-32FA02380ED1}" type="presParOf" srcId="{8F2C3F63-BF17-4D14-89C1-67582B44135B}" destId="{65CC639E-64E0-4ADB-9265-87308E4F1DE7}" srcOrd="2" destOrd="0" presId="urn:microsoft.com/office/officeart/2016/7/layout/BasicLinearProcessNumbered"/>
    <dgm:cxn modelId="{22797530-D58B-4770-A3AE-EDB34798941F}" type="presParOf" srcId="{8F2C3F63-BF17-4D14-89C1-67582B44135B}" destId="{CDB5895A-6175-4D96-B87F-E7F1D5A64526}" srcOrd="3" destOrd="0" presId="urn:microsoft.com/office/officeart/2016/7/layout/BasicLinearProcessNumbered"/>
    <dgm:cxn modelId="{137FE619-DDE8-468A-B541-C3DAB34CBD31}" type="presParOf" srcId="{FFF360E5-6143-43AD-82AC-B2A642625A2C}" destId="{1CFFC7A4-817B-45B7-9FCE-05C720DF745E}" srcOrd="1" destOrd="0" presId="urn:microsoft.com/office/officeart/2016/7/layout/BasicLinearProcessNumbered"/>
    <dgm:cxn modelId="{C44987C6-89CD-4BBC-9C24-8C92EABF9374}" type="presParOf" srcId="{FFF360E5-6143-43AD-82AC-B2A642625A2C}" destId="{26FBB41E-6DDE-4533-9D5F-6E675777C52E}" srcOrd="2" destOrd="0" presId="urn:microsoft.com/office/officeart/2016/7/layout/BasicLinearProcessNumbered"/>
    <dgm:cxn modelId="{7CC3ED03-1F40-43DD-B9CC-0683BB055838}" type="presParOf" srcId="{26FBB41E-6DDE-4533-9D5F-6E675777C52E}" destId="{64033D64-517B-46A9-A091-771891CE7F43}" srcOrd="0" destOrd="0" presId="urn:microsoft.com/office/officeart/2016/7/layout/BasicLinearProcessNumbered"/>
    <dgm:cxn modelId="{9CA76C94-F36E-404D-A2D7-A9747077581E}" type="presParOf" srcId="{26FBB41E-6DDE-4533-9D5F-6E675777C52E}" destId="{D2493F77-2F91-4922-87EF-B94D193EAA00}" srcOrd="1" destOrd="0" presId="urn:microsoft.com/office/officeart/2016/7/layout/BasicLinearProcessNumbered"/>
    <dgm:cxn modelId="{7460E27C-9B2D-43F4-9483-D08A097FDD88}" type="presParOf" srcId="{26FBB41E-6DDE-4533-9D5F-6E675777C52E}" destId="{8FC4B5BC-C312-4F32-9694-2D813990A083}" srcOrd="2" destOrd="0" presId="urn:microsoft.com/office/officeart/2016/7/layout/BasicLinearProcessNumbered"/>
    <dgm:cxn modelId="{916B8891-FFC1-47FE-8298-8010C1CE0B08}" type="presParOf" srcId="{26FBB41E-6DDE-4533-9D5F-6E675777C52E}" destId="{DAD06BF3-107B-477F-9661-8BC39C1DFC7F}" srcOrd="3" destOrd="0" presId="urn:microsoft.com/office/officeart/2016/7/layout/BasicLinearProcessNumbered"/>
    <dgm:cxn modelId="{B52A5B54-3432-48DF-86D7-7905752B7BE3}" type="presParOf" srcId="{FFF360E5-6143-43AD-82AC-B2A642625A2C}" destId="{5580AF8B-BBD3-4AE0-81E5-8009C075DC3E}" srcOrd="3" destOrd="0" presId="urn:microsoft.com/office/officeart/2016/7/layout/BasicLinearProcessNumbered"/>
    <dgm:cxn modelId="{8CAAD45E-99D5-4EBD-AA5F-17795168464C}" type="presParOf" srcId="{FFF360E5-6143-43AD-82AC-B2A642625A2C}" destId="{D957E2D5-B247-4A1F-93B1-33020D8BF8C8}" srcOrd="4" destOrd="0" presId="urn:microsoft.com/office/officeart/2016/7/layout/BasicLinearProcessNumbered"/>
    <dgm:cxn modelId="{F0ADD0F5-A87C-4BD7-9D72-B339C014EAD9}" type="presParOf" srcId="{D957E2D5-B247-4A1F-93B1-33020D8BF8C8}" destId="{273F1556-89CE-41F9-B9AC-1ACDB8C05DDB}" srcOrd="0" destOrd="0" presId="urn:microsoft.com/office/officeart/2016/7/layout/BasicLinearProcessNumbered"/>
    <dgm:cxn modelId="{1BB9AECF-E3C7-4114-8F82-A989503C943A}" type="presParOf" srcId="{D957E2D5-B247-4A1F-93B1-33020D8BF8C8}" destId="{4FA3929F-7083-4A7C-A378-6FAA50BE14E3}" srcOrd="1" destOrd="0" presId="urn:microsoft.com/office/officeart/2016/7/layout/BasicLinearProcessNumbered"/>
    <dgm:cxn modelId="{F0BF6776-0916-41F0-BFAC-A76C629B8B5A}" type="presParOf" srcId="{D957E2D5-B247-4A1F-93B1-33020D8BF8C8}" destId="{48EF1B9E-5411-4E8C-838E-226F8BAB9DBD}" srcOrd="2" destOrd="0" presId="urn:microsoft.com/office/officeart/2016/7/layout/BasicLinearProcessNumbered"/>
    <dgm:cxn modelId="{068217BF-E759-442E-86F3-7D2421B686EA}" type="presParOf" srcId="{D957E2D5-B247-4A1F-93B1-33020D8BF8C8}" destId="{09015F67-F3B8-4B6B-9534-1AAE3406C05B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C665683-9AC2-46DF-87DB-B05C8A4FBB7A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5B0F3D6-0628-40D6-A89D-879D7CC92CA4}">
      <dgm:prSet/>
      <dgm:spPr>
        <a:ln>
          <a:solidFill>
            <a:srgbClr val="00B0F0"/>
          </a:solidFill>
        </a:ln>
      </dgm:spPr>
      <dgm:t>
        <a:bodyPr/>
        <a:lstStyle/>
        <a:p>
          <a:r>
            <a:rPr lang="en-US" dirty="0" err="1">
              <a:latin typeface="Inter 28pt" panose="02000503000000020004" pitchFamily="2" charset="0"/>
              <a:ea typeface="Inter 28pt" panose="02000503000000020004" pitchFamily="2" charset="0"/>
            </a:rPr>
            <a:t>SimCLR</a:t>
          </a:r>
          <a:r>
            <a:rPr lang="en-US" dirty="0">
              <a:latin typeface="Inter 28pt" panose="02000503000000020004" pitchFamily="2" charset="0"/>
              <a:ea typeface="Inter 28pt" panose="02000503000000020004" pitchFamily="2" charset="0"/>
            </a:rPr>
            <a:t> → Strong Detail Learning</a:t>
          </a:r>
        </a:p>
      </dgm:t>
    </dgm:pt>
    <dgm:pt modelId="{01259661-A918-485B-8444-D9676EC1A2CA}" type="parTrans" cxnId="{FC3EBCD6-BDFF-47F4-B4F0-A94D21BB70C9}">
      <dgm:prSet/>
      <dgm:spPr/>
      <dgm:t>
        <a:bodyPr/>
        <a:lstStyle/>
        <a:p>
          <a:endParaRPr lang="en-US"/>
        </a:p>
      </dgm:t>
    </dgm:pt>
    <dgm:pt modelId="{36703CA2-2A12-42EE-8B5D-DEC506A34F1D}" type="sibTrans" cxnId="{FC3EBCD6-BDFF-47F4-B4F0-A94D21BB70C9}">
      <dgm:prSet/>
      <dgm:spPr/>
      <dgm:t>
        <a:bodyPr/>
        <a:lstStyle/>
        <a:p>
          <a:endParaRPr lang="en-US"/>
        </a:p>
      </dgm:t>
    </dgm:pt>
    <dgm:pt modelId="{8685331B-5250-47C4-A10B-783F79BDD2AC}">
      <dgm:prSet/>
      <dgm:spPr>
        <a:ln>
          <a:solidFill>
            <a:srgbClr val="00B0F0"/>
          </a:solidFill>
        </a:ln>
      </dgm:spPr>
      <dgm:t>
        <a:bodyPr/>
        <a:lstStyle/>
        <a:p>
          <a:r>
            <a:rPr lang="en-US" dirty="0">
              <a:latin typeface="Inter 28pt" panose="02000503000000020004" pitchFamily="2" charset="0"/>
              <a:ea typeface="Inter 28pt" panose="02000503000000020004" pitchFamily="2" charset="0"/>
            </a:rPr>
            <a:t>BYOL → Stable Learning</a:t>
          </a:r>
        </a:p>
      </dgm:t>
    </dgm:pt>
    <dgm:pt modelId="{89A4749A-66F0-4DFB-8DE4-E7A3EC7E1DB1}" type="parTrans" cxnId="{D42BF07B-F677-4EA8-8017-E21B09D96E59}">
      <dgm:prSet/>
      <dgm:spPr/>
      <dgm:t>
        <a:bodyPr/>
        <a:lstStyle/>
        <a:p>
          <a:endParaRPr lang="en-US"/>
        </a:p>
      </dgm:t>
    </dgm:pt>
    <dgm:pt modelId="{2E06F6CE-CB76-42AE-91DF-F0D47E69CB02}" type="sibTrans" cxnId="{D42BF07B-F677-4EA8-8017-E21B09D96E59}">
      <dgm:prSet/>
      <dgm:spPr/>
      <dgm:t>
        <a:bodyPr/>
        <a:lstStyle/>
        <a:p>
          <a:endParaRPr lang="en-US"/>
        </a:p>
      </dgm:t>
    </dgm:pt>
    <dgm:pt modelId="{12928D0E-4D86-49FD-B51E-C5565FA5657E}">
      <dgm:prSet/>
      <dgm:spPr>
        <a:ln>
          <a:solidFill>
            <a:srgbClr val="00B0F0"/>
          </a:solidFill>
        </a:ln>
      </dgm:spPr>
      <dgm:t>
        <a:bodyPr/>
        <a:lstStyle/>
        <a:p>
          <a:r>
            <a:rPr lang="en-US" dirty="0">
              <a:latin typeface="Inter 28pt" panose="02000503000000020004" pitchFamily="2" charset="0"/>
              <a:ea typeface="Inter 28pt" panose="02000503000000020004" pitchFamily="2" charset="0"/>
            </a:rPr>
            <a:t>MAE → Structural Understanding</a:t>
          </a:r>
        </a:p>
      </dgm:t>
    </dgm:pt>
    <dgm:pt modelId="{DD639DD2-6A26-4354-9D2A-6136791FDBFF}" type="parTrans" cxnId="{878A7365-AE16-41E1-8A1C-60269D6055D8}">
      <dgm:prSet/>
      <dgm:spPr/>
      <dgm:t>
        <a:bodyPr/>
        <a:lstStyle/>
        <a:p>
          <a:endParaRPr lang="en-US"/>
        </a:p>
      </dgm:t>
    </dgm:pt>
    <dgm:pt modelId="{201CE47E-C9DF-449A-896B-216D0DC32651}" type="sibTrans" cxnId="{878A7365-AE16-41E1-8A1C-60269D6055D8}">
      <dgm:prSet/>
      <dgm:spPr/>
      <dgm:t>
        <a:bodyPr/>
        <a:lstStyle/>
        <a:p>
          <a:endParaRPr lang="en-US"/>
        </a:p>
      </dgm:t>
    </dgm:pt>
    <dgm:pt modelId="{491E3A1A-F36D-4BBA-8CD4-A87EFE21A728}" type="pres">
      <dgm:prSet presAssocID="{DC665683-9AC2-46DF-87DB-B05C8A4FBB7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9125448-460D-4CC6-808D-528FDE4A8001}" type="pres">
      <dgm:prSet presAssocID="{F5B0F3D6-0628-40D6-A89D-879D7CC92CA4}" presName="hierRoot1" presStyleCnt="0"/>
      <dgm:spPr/>
    </dgm:pt>
    <dgm:pt modelId="{B3E08643-5931-4C45-8590-C9158A9AACCD}" type="pres">
      <dgm:prSet presAssocID="{F5B0F3D6-0628-40D6-A89D-879D7CC92CA4}" presName="composite" presStyleCnt="0"/>
      <dgm:spPr/>
    </dgm:pt>
    <dgm:pt modelId="{20ED4008-46DA-45F3-BFF4-451E4CDABDFC}" type="pres">
      <dgm:prSet presAssocID="{F5B0F3D6-0628-40D6-A89D-879D7CC92CA4}" presName="background" presStyleLbl="node0" presStyleIdx="0" presStyleCnt="3"/>
      <dgm:spPr>
        <a:solidFill>
          <a:srgbClr val="00B0F0"/>
        </a:solidFill>
      </dgm:spPr>
    </dgm:pt>
    <dgm:pt modelId="{A131FF5D-E442-453E-8905-1976BA789985}" type="pres">
      <dgm:prSet presAssocID="{F5B0F3D6-0628-40D6-A89D-879D7CC92CA4}" presName="text" presStyleLbl="fgAcc0" presStyleIdx="0" presStyleCnt="3">
        <dgm:presLayoutVars>
          <dgm:chPref val="3"/>
        </dgm:presLayoutVars>
      </dgm:prSet>
      <dgm:spPr/>
    </dgm:pt>
    <dgm:pt modelId="{EA9BD9FE-984A-4677-A45F-9313C6459864}" type="pres">
      <dgm:prSet presAssocID="{F5B0F3D6-0628-40D6-A89D-879D7CC92CA4}" presName="hierChild2" presStyleCnt="0"/>
      <dgm:spPr/>
    </dgm:pt>
    <dgm:pt modelId="{428FC6C8-B350-4B4A-A2F6-69E790F2DD09}" type="pres">
      <dgm:prSet presAssocID="{8685331B-5250-47C4-A10B-783F79BDD2AC}" presName="hierRoot1" presStyleCnt="0"/>
      <dgm:spPr/>
    </dgm:pt>
    <dgm:pt modelId="{D9295DCA-8F3F-4707-AD92-DDA10B5DD91F}" type="pres">
      <dgm:prSet presAssocID="{8685331B-5250-47C4-A10B-783F79BDD2AC}" presName="composite" presStyleCnt="0"/>
      <dgm:spPr/>
    </dgm:pt>
    <dgm:pt modelId="{3FBE04F1-9C15-44A9-AA58-417CBE0D7D00}" type="pres">
      <dgm:prSet presAssocID="{8685331B-5250-47C4-A10B-783F79BDD2AC}" presName="background" presStyleLbl="node0" presStyleIdx="1" presStyleCnt="3"/>
      <dgm:spPr>
        <a:solidFill>
          <a:srgbClr val="00B0F0"/>
        </a:solidFill>
      </dgm:spPr>
    </dgm:pt>
    <dgm:pt modelId="{5A516C8A-9AD3-40F8-A944-26A9636E9633}" type="pres">
      <dgm:prSet presAssocID="{8685331B-5250-47C4-A10B-783F79BDD2AC}" presName="text" presStyleLbl="fgAcc0" presStyleIdx="1" presStyleCnt="3">
        <dgm:presLayoutVars>
          <dgm:chPref val="3"/>
        </dgm:presLayoutVars>
      </dgm:prSet>
      <dgm:spPr/>
    </dgm:pt>
    <dgm:pt modelId="{A1303221-8050-49E1-9E20-7CCF5097AE62}" type="pres">
      <dgm:prSet presAssocID="{8685331B-5250-47C4-A10B-783F79BDD2AC}" presName="hierChild2" presStyleCnt="0"/>
      <dgm:spPr/>
    </dgm:pt>
    <dgm:pt modelId="{05D4F102-2AC5-478D-9973-FEAB2DCFD2E4}" type="pres">
      <dgm:prSet presAssocID="{12928D0E-4D86-49FD-B51E-C5565FA5657E}" presName="hierRoot1" presStyleCnt="0"/>
      <dgm:spPr/>
    </dgm:pt>
    <dgm:pt modelId="{8DA1E91D-33A3-403D-A661-89D43755F72C}" type="pres">
      <dgm:prSet presAssocID="{12928D0E-4D86-49FD-B51E-C5565FA5657E}" presName="composite" presStyleCnt="0"/>
      <dgm:spPr/>
    </dgm:pt>
    <dgm:pt modelId="{B2863A06-EBCD-4718-8770-8578A7290C34}" type="pres">
      <dgm:prSet presAssocID="{12928D0E-4D86-49FD-B51E-C5565FA5657E}" presName="background" presStyleLbl="node0" presStyleIdx="2" presStyleCnt="3"/>
      <dgm:spPr>
        <a:solidFill>
          <a:srgbClr val="00B0F0"/>
        </a:solidFill>
      </dgm:spPr>
    </dgm:pt>
    <dgm:pt modelId="{08CD8156-4EC7-4DAF-A4CB-97FDB7A7C618}" type="pres">
      <dgm:prSet presAssocID="{12928D0E-4D86-49FD-B51E-C5565FA5657E}" presName="text" presStyleLbl="fgAcc0" presStyleIdx="2" presStyleCnt="3">
        <dgm:presLayoutVars>
          <dgm:chPref val="3"/>
        </dgm:presLayoutVars>
      </dgm:prSet>
      <dgm:spPr/>
    </dgm:pt>
    <dgm:pt modelId="{EE76B64A-FB40-42AB-B9B9-8297E25AD31D}" type="pres">
      <dgm:prSet presAssocID="{12928D0E-4D86-49FD-B51E-C5565FA5657E}" presName="hierChild2" presStyleCnt="0"/>
      <dgm:spPr/>
    </dgm:pt>
  </dgm:ptLst>
  <dgm:cxnLst>
    <dgm:cxn modelId="{C62F971C-0C8F-4E93-80D2-9842792D0CF8}" type="presOf" srcId="{F5B0F3D6-0628-40D6-A89D-879D7CC92CA4}" destId="{A131FF5D-E442-453E-8905-1976BA789985}" srcOrd="0" destOrd="0" presId="urn:microsoft.com/office/officeart/2005/8/layout/hierarchy1"/>
    <dgm:cxn modelId="{878A7365-AE16-41E1-8A1C-60269D6055D8}" srcId="{DC665683-9AC2-46DF-87DB-B05C8A4FBB7A}" destId="{12928D0E-4D86-49FD-B51E-C5565FA5657E}" srcOrd="2" destOrd="0" parTransId="{DD639DD2-6A26-4354-9D2A-6136791FDBFF}" sibTransId="{201CE47E-C9DF-449A-896B-216D0DC32651}"/>
    <dgm:cxn modelId="{D42BF07B-F677-4EA8-8017-E21B09D96E59}" srcId="{DC665683-9AC2-46DF-87DB-B05C8A4FBB7A}" destId="{8685331B-5250-47C4-A10B-783F79BDD2AC}" srcOrd="1" destOrd="0" parTransId="{89A4749A-66F0-4DFB-8DE4-E7A3EC7E1DB1}" sibTransId="{2E06F6CE-CB76-42AE-91DF-F0D47E69CB02}"/>
    <dgm:cxn modelId="{6E3F1EC7-F4FE-4BDF-987F-EFA2A4BC9B19}" type="presOf" srcId="{DC665683-9AC2-46DF-87DB-B05C8A4FBB7A}" destId="{491E3A1A-F36D-4BBA-8CD4-A87EFE21A728}" srcOrd="0" destOrd="0" presId="urn:microsoft.com/office/officeart/2005/8/layout/hierarchy1"/>
    <dgm:cxn modelId="{8D270CCD-A7A2-41B6-AAF8-50D3B1FAE2A8}" type="presOf" srcId="{8685331B-5250-47C4-A10B-783F79BDD2AC}" destId="{5A516C8A-9AD3-40F8-A944-26A9636E9633}" srcOrd="0" destOrd="0" presId="urn:microsoft.com/office/officeart/2005/8/layout/hierarchy1"/>
    <dgm:cxn modelId="{FC3EBCD6-BDFF-47F4-B4F0-A94D21BB70C9}" srcId="{DC665683-9AC2-46DF-87DB-B05C8A4FBB7A}" destId="{F5B0F3D6-0628-40D6-A89D-879D7CC92CA4}" srcOrd="0" destOrd="0" parTransId="{01259661-A918-485B-8444-D9676EC1A2CA}" sibTransId="{36703CA2-2A12-42EE-8B5D-DEC506A34F1D}"/>
    <dgm:cxn modelId="{92BAB8E8-6742-4999-90D6-08B0975B0159}" type="presOf" srcId="{12928D0E-4D86-49FD-B51E-C5565FA5657E}" destId="{08CD8156-4EC7-4DAF-A4CB-97FDB7A7C618}" srcOrd="0" destOrd="0" presId="urn:microsoft.com/office/officeart/2005/8/layout/hierarchy1"/>
    <dgm:cxn modelId="{A4A42368-4AFE-4615-97FA-110165BA4043}" type="presParOf" srcId="{491E3A1A-F36D-4BBA-8CD4-A87EFE21A728}" destId="{49125448-460D-4CC6-808D-528FDE4A8001}" srcOrd="0" destOrd="0" presId="urn:microsoft.com/office/officeart/2005/8/layout/hierarchy1"/>
    <dgm:cxn modelId="{D6B0DE25-47B1-4D4C-813F-B57E89F1D1F6}" type="presParOf" srcId="{49125448-460D-4CC6-808D-528FDE4A8001}" destId="{B3E08643-5931-4C45-8590-C9158A9AACCD}" srcOrd="0" destOrd="0" presId="urn:microsoft.com/office/officeart/2005/8/layout/hierarchy1"/>
    <dgm:cxn modelId="{7FF9C2F9-9493-4A22-B6D3-D48154F4B29F}" type="presParOf" srcId="{B3E08643-5931-4C45-8590-C9158A9AACCD}" destId="{20ED4008-46DA-45F3-BFF4-451E4CDABDFC}" srcOrd="0" destOrd="0" presId="urn:microsoft.com/office/officeart/2005/8/layout/hierarchy1"/>
    <dgm:cxn modelId="{FF72444C-066C-45FC-98DC-5954BC640525}" type="presParOf" srcId="{B3E08643-5931-4C45-8590-C9158A9AACCD}" destId="{A131FF5D-E442-453E-8905-1976BA789985}" srcOrd="1" destOrd="0" presId="urn:microsoft.com/office/officeart/2005/8/layout/hierarchy1"/>
    <dgm:cxn modelId="{4E998507-A963-4FE2-975B-906ECE28F5C7}" type="presParOf" srcId="{49125448-460D-4CC6-808D-528FDE4A8001}" destId="{EA9BD9FE-984A-4677-A45F-9313C6459864}" srcOrd="1" destOrd="0" presId="urn:microsoft.com/office/officeart/2005/8/layout/hierarchy1"/>
    <dgm:cxn modelId="{326B8701-B9E1-4043-AE4A-9E920B7618E3}" type="presParOf" srcId="{491E3A1A-F36D-4BBA-8CD4-A87EFE21A728}" destId="{428FC6C8-B350-4B4A-A2F6-69E790F2DD09}" srcOrd="1" destOrd="0" presId="urn:microsoft.com/office/officeart/2005/8/layout/hierarchy1"/>
    <dgm:cxn modelId="{DECBD007-B9C2-459F-A9DA-2F3AC03E443A}" type="presParOf" srcId="{428FC6C8-B350-4B4A-A2F6-69E790F2DD09}" destId="{D9295DCA-8F3F-4707-AD92-DDA10B5DD91F}" srcOrd="0" destOrd="0" presId="urn:microsoft.com/office/officeart/2005/8/layout/hierarchy1"/>
    <dgm:cxn modelId="{D3A394C3-84E2-450C-A7C4-8EB268B1AC51}" type="presParOf" srcId="{D9295DCA-8F3F-4707-AD92-DDA10B5DD91F}" destId="{3FBE04F1-9C15-44A9-AA58-417CBE0D7D00}" srcOrd="0" destOrd="0" presId="urn:microsoft.com/office/officeart/2005/8/layout/hierarchy1"/>
    <dgm:cxn modelId="{078F30E2-42C1-4B3D-A17C-C4A333111929}" type="presParOf" srcId="{D9295DCA-8F3F-4707-AD92-DDA10B5DD91F}" destId="{5A516C8A-9AD3-40F8-A944-26A9636E9633}" srcOrd="1" destOrd="0" presId="urn:microsoft.com/office/officeart/2005/8/layout/hierarchy1"/>
    <dgm:cxn modelId="{DD79F531-1DD7-4B4A-9FDA-94BA758ECA4D}" type="presParOf" srcId="{428FC6C8-B350-4B4A-A2F6-69E790F2DD09}" destId="{A1303221-8050-49E1-9E20-7CCF5097AE62}" srcOrd="1" destOrd="0" presId="urn:microsoft.com/office/officeart/2005/8/layout/hierarchy1"/>
    <dgm:cxn modelId="{67B9EBAD-7D8A-476E-9356-00CA76F6BA53}" type="presParOf" srcId="{491E3A1A-F36D-4BBA-8CD4-A87EFE21A728}" destId="{05D4F102-2AC5-478D-9973-FEAB2DCFD2E4}" srcOrd="2" destOrd="0" presId="urn:microsoft.com/office/officeart/2005/8/layout/hierarchy1"/>
    <dgm:cxn modelId="{EDD392DA-3393-4372-8CB3-462B68C5062C}" type="presParOf" srcId="{05D4F102-2AC5-478D-9973-FEAB2DCFD2E4}" destId="{8DA1E91D-33A3-403D-A661-89D43755F72C}" srcOrd="0" destOrd="0" presId="urn:microsoft.com/office/officeart/2005/8/layout/hierarchy1"/>
    <dgm:cxn modelId="{59775745-D01C-4691-BE04-EE731A4E6DC2}" type="presParOf" srcId="{8DA1E91D-33A3-403D-A661-89D43755F72C}" destId="{B2863A06-EBCD-4718-8770-8578A7290C34}" srcOrd="0" destOrd="0" presId="urn:microsoft.com/office/officeart/2005/8/layout/hierarchy1"/>
    <dgm:cxn modelId="{022E19B3-638C-44E8-9CD8-5BDC728E3A6A}" type="presParOf" srcId="{8DA1E91D-33A3-403D-A661-89D43755F72C}" destId="{08CD8156-4EC7-4DAF-A4CB-97FDB7A7C618}" srcOrd="1" destOrd="0" presId="urn:microsoft.com/office/officeart/2005/8/layout/hierarchy1"/>
    <dgm:cxn modelId="{3F82B562-4244-48E6-928C-85B888679296}" type="presParOf" srcId="{05D4F102-2AC5-478D-9973-FEAB2DCFD2E4}" destId="{EE76B64A-FB40-42AB-B9B9-8297E25AD31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74C4C40-1608-45E2-A73D-7D1FC512F7D3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90C77C-9632-4C81-B7BC-A78C10ED8189}">
      <dgm:prSet/>
      <dgm:spPr/>
      <dgm:t>
        <a:bodyPr/>
        <a:lstStyle/>
        <a:p>
          <a:r>
            <a:rPr lang="en-GB" dirty="0">
              <a:latin typeface="Inter 28pt" panose="02000503000000020004" pitchFamily="2" charset="0"/>
              <a:ea typeface="Inter 28pt" panose="02000503000000020004" pitchFamily="2" charset="0"/>
            </a:rPr>
            <a:t>Handles Small Data Challenges</a:t>
          </a:r>
          <a:endParaRPr lang="en-US" dirty="0">
            <a:latin typeface="Inter 28pt" panose="02000503000000020004" pitchFamily="2" charset="0"/>
            <a:ea typeface="Inter 28pt" panose="02000503000000020004" pitchFamily="2" charset="0"/>
          </a:endParaRPr>
        </a:p>
      </dgm:t>
    </dgm:pt>
    <dgm:pt modelId="{91C0E15A-3DC4-487F-A678-8EFCD7588BCC}" type="parTrans" cxnId="{DD0B48F7-6FA2-498F-9529-54098760D00E}">
      <dgm:prSet/>
      <dgm:spPr/>
      <dgm:t>
        <a:bodyPr/>
        <a:lstStyle/>
        <a:p>
          <a:endParaRPr lang="en-US"/>
        </a:p>
      </dgm:t>
    </dgm:pt>
    <dgm:pt modelId="{36C12131-C859-4400-8900-DC26E9198422}" type="sibTrans" cxnId="{DD0B48F7-6FA2-498F-9529-54098760D00E}">
      <dgm:prSet phldrT="1" phldr="0"/>
      <dgm:spPr>
        <a:solidFill>
          <a:srgbClr val="00B0F0"/>
        </a:solidFill>
        <a:ln>
          <a:solidFill>
            <a:schemeClr val="bg1"/>
          </a:solidFill>
        </a:ln>
      </dgm:spPr>
      <dgm:t>
        <a:bodyPr/>
        <a:lstStyle/>
        <a:p>
          <a:r>
            <a:rPr lang="en-US"/>
            <a:t>1</a:t>
          </a:r>
          <a:endParaRPr lang="en-US" dirty="0"/>
        </a:p>
      </dgm:t>
    </dgm:pt>
    <dgm:pt modelId="{47D5036E-26DE-4639-B678-6B714DF83692}">
      <dgm:prSet/>
      <dgm:spPr/>
      <dgm:t>
        <a:bodyPr/>
        <a:lstStyle/>
        <a:p>
          <a:r>
            <a:rPr lang="en-GB" dirty="0">
              <a:latin typeface="Inter 28pt" panose="02000503000000020004" pitchFamily="2" charset="0"/>
              <a:ea typeface="Inter 28pt" panose="02000503000000020004" pitchFamily="2" charset="0"/>
            </a:rPr>
            <a:t>Improves Feature Learning</a:t>
          </a:r>
        </a:p>
      </dgm:t>
    </dgm:pt>
    <dgm:pt modelId="{E2A99F03-F225-40A0-B249-9A129A624C05}" type="parTrans" cxnId="{35237156-3599-4178-B755-31C71D0C1E8A}">
      <dgm:prSet/>
      <dgm:spPr/>
      <dgm:t>
        <a:bodyPr/>
        <a:lstStyle/>
        <a:p>
          <a:endParaRPr lang="en-GB"/>
        </a:p>
      </dgm:t>
    </dgm:pt>
    <dgm:pt modelId="{A21393E8-63F7-456D-999C-E2B312E3042A}" type="sibTrans" cxnId="{35237156-3599-4178-B755-31C71D0C1E8A}">
      <dgm:prSet phldrT="2" phldr="0"/>
      <dgm:spPr>
        <a:solidFill>
          <a:srgbClr val="00B0F0"/>
        </a:solidFill>
        <a:ln>
          <a:solidFill>
            <a:schemeClr val="bg1"/>
          </a:solidFill>
        </a:ln>
      </dgm:spPr>
      <dgm:t>
        <a:bodyPr/>
        <a:lstStyle/>
        <a:p>
          <a:r>
            <a:rPr lang="en-GB"/>
            <a:t>2</a:t>
          </a:r>
        </a:p>
      </dgm:t>
    </dgm:pt>
    <dgm:pt modelId="{D8F85A4D-66A0-4E6D-B70A-273CC8717267}">
      <dgm:prSet/>
      <dgm:spPr/>
      <dgm:t>
        <a:bodyPr/>
        <a:lstStyle/>
        <a:p>
          <a:r>
            <a:rPr lang="en-GB" dirty="0">
              <a:latin typeface="Inter 28pt" panose="02000503000000020004" pitchFamily="2" charset="0"/>
              <a:ea typeface="Inter 28pt" panose="02000503000000020004" pitchFamily="2" charset="0"/>
            </a:rPr>
            <a:t>Final Strategy:</a:t>
          </a:r>
        </a:p>
      </dgm:t>
    </dgm:pt>
    <dgm:pt modelId="{1DD56B8B-5F6D-4AE8-9B85-E95B06968A9D}" type="parTrans" cxnId="{2191B4CC-4F5F-4E88-8BC2-E1111507A178}">
      <dgm:prSet/>
      <dgm:spPr/>
      <dgm:t>
        <a:bodyPr/>
        <a:lstStyle/>
        <a:p>
          <a:endParaRPr lang="en-GB"/>
        </a:p>
      </dgm:t>
    </dgm:pt>
    <dgm:pt modelId="{1E3AC201-889C-497C-88C0-54701D66A141}" type="sibTrans" cxnId="{2191B4CC-4F5F-4E88-8BC2-E1111507A178}">
      <dgm:prSet phldrT="3" phldr="0"/>
      <dgm:spPr>
        <a:solidFill>
          <a:srgbClr val="00B0F0"/>
        </a:solidFill>
        <a:ln>
          <a:solidFill>
            <a:schemeClr val="bg1"/>
          </a:solidFill>
        </a:ln>
      </dgm:spPr>
      <dgm:t>
        <a:bodyPr/>
        <a:lstStyle/>
        <a:p>
          <a:r>
            <a:rPr lang="en-GB"/>
            <a:t>3</a:t>
          </a:r>
        </a:p>
      </dgm:t>
    </dgm:pt>
    <dgm:pt modelId="{1837A3D9-2FC3-460F-A93B-34BF22B87942}">
      <dgm:prSet/>
      <dgm:spPr/>
      <dgm:t>
        <a:bodyPr/>
        <a:lstStyle/>
        <a:p>
          <a:r>
            <a:rPr lang="en-GB" dirty="0" err="1">
              <a:latin typeface="Inter 28pt" panose="02000503000000020004" pitchFamily="2" charset="0"/>
              <a:ea typeface="Inter 28pt" panose="02000503000000020004" pitchFamily="2" charset="0"/>
            </a:rPr>
            <a:t>SimCLR</a:t>
          </a:r>
          <a:endParaRPr lang="en-GB" dirty="0">
            <a:latin typeface="Inter 28pt" panose="02000503000000020004" pitchFamily="2" charset="0"/>
            <a:ea typeface="Inter 28pt" panose="02000503000000020004" pitchFamily="2" charset="0"/>
          </a:endParaRPr>
        </a:p>
      </dgm:t>
    </dgm:pt>
    <dgm:pt modelId="{4B15C574-D97A-4E30-A3A6-DC9161FC8394}" type="parTrans" cxnId="{FD5C1069-AADA-451C-A6A7-79E9AAC1B364}">
      <dgm:prSet/>
      <dgm:spPr/>
      <dgm:t>
        <a:bodyPr/>
        <a:lstStyle/>
        <a:p>
          <a:endParaRPr lang="en-GB"/>
        </a:p>
      </dgm:t>
    </dgm:pt>
    <dgm:pt modelId="{BB2395C6-41C7-4B28-B2A6-985A13F17B0A}" type="sibTrans" cxnId="{FD5C1069-AADA-451C-A6A7-79E9AAC1B364}">
      <dgm:prSet phldrT="4" phldr="0"/>
      <dgm:spPr/>
    </dgm:pt>
    <dgm:pt modelId="{A82EA41F-3013-44FE-8ADF-EBDC55B83FDE}">
      <dgm:prSet/>
      <dgm:spPr/>
      <dgm:t>
        <a:bodyPr/>
        <a:lstStyle/>
        <a:p>
          <a:r>
            <a:rPr lang="en-GB" dirty="0">
              <a:latin typeface="Inter 28pt" panose="02000503000000020004" pitchFamily="2" charset="0"/>
              <a:ea typeface="Inter 28pt" panose="02000503000000020004" pitchFamily="2" charset="0"/>
            </a:rPr>
            <a:t>BYOL</a:t>
          </a:r>
        </a:p>
      </dgm:t>
    </dgm:pt>
    <dgm:pt modelId="{3E93E524-3E29-4CDB-BA5D-21557E4BD385}" type="parTrans" cxnId="{9D38AE1D-0056-4B92-B38B-16DDE3123879}">
      <dgm:prSet/>
      <dgm:spPr/>
      <dgm:t>
        <a:bodyPr/>
        <a:lstStyle/>
        <a:p>
          <a:endParaRPr lang="en-GB"/>
        </a:p>
      </dgm:t>
    </dgm:pt>
    <dgm:pt modelId="{236143DE-87D4-42DE-BE31-5E8938B8392C}" type="sibTrans" cxnId="{9D38AE1D-0056-4B92-B38B-16DDE3123879}">
      <dgm:prSet/>
      <dgm:spPr/>
      <dgm:t>
        <a:bodyPr/>
        <a:lstStyle/>
        <a:p>
          <a:endParaRPr lang="en-GB"/>
        </a:p>
      </dgm:t>
    </dgm:pt>
    <dgm:pt modelId="{27F01700-45F2-40CC-B46F-1844CD3654FD}">
      <dgm:prSet/>
      <dgm:spPr/>
      <dgm:t>
        <a:bodyPr/>
        <a:lstStyle/>
        <a:p>
          <a:r>
            <a:rPr lang="en-GB" dirty="0">
              <a:latin typeface="Inter 28pt" panose="02000503000000020004" pitchFamily="2" charset="0"/>
              <a:ea typeface="Inter 28pt" panose="02000503000000020004" pitchFamily="2" charset="0"/>
            </a:rPr>
            <a:t>MAE</a:t>
          </a:r>
        </a:p>
      </dgm:t>
    </dgm:pt>
    <dgm:pt modelId="{C01D4BC5-251D-45DB-BA18-B17D259CD678}" type="parTrans" cxnId="{93176353-BA2D-4568-83DB-28B60F04093E}">
      <dgm:prSet/>
      <dgm:spPr/>
      <dgm:t>
        <a:bodyPr/>
        <a:lstStyle/>
        <a:p>
          <a:endParaRPr lang="en-GB"/>
        </a:p>
      </dgm:t>
    </dgm:pt>
    <dgm:pt modelId="{12BA812C-2021-4555-A4F6-050055EBC601}" type="sibTrans" cxnId="{93176353-BA2D-4568-83DB-28B60F04093E}">
      <dgm:prSet/>
      <dgm:spPr/>
      <dgm:t>
        <a:bodyPr/>
        <a:lstStyle/>
        <a:p>
          <a:endParaRPr lang="en-GB"/>
        </a:p>
      </dgm:t>
    </dgm:pt>
    <dgm:pt modelId="{FFF360E5-6143-43AD-82AC-B2A642625A2C}" type="pres">
      <dgm:prSet presAssocID="{774C4C40-1608-45E2-A73D-7D1FC512F7D3}" presName="Name0" presStyleCnt="0">
        <dgm:presLayoutVars>
          <dgm:animLvl val="lvl"/>
          <dgm:resizeHandles val="exact"/>
        </dgm:presLayoutVars>
      </dgm:prSet>
      <dgm:spPr/>
    </dgm:pt>
    <dgm:pt modelId="{8F2C3F63-BF17-4D14-89C1-67582B44135B}" type="pres">
      <dgm:prSet presAssocID="{2790C77C-9632-4C81-B7BC-A78C10ED8189}" presName="compositeNode" presStyleCnt="0">
        <dgm:presLayoutVars>
          <dgm:bulletEnabled val="1"/>
        </dgm:presLayoutVars>
      </dgm:prSet>
      <dgm:spPr/>
    </dgm:pt>
    <dgm:pt modelId="{1006C7F2-A8D5-4135-A98E-D07BAB86236B}" type="pres">
      <dgm:prSet presAssocID="{2790C77C-9632-4C81-B7BC-A78C10ED8189}" presName="bgRect" presStyleLbl="bgAccFollowNode1" presStyleIdx="0" presStyleCnt="3"/>
      <dgm:spPr/>
    </dgm:pt>
    <dgm:pt modelId="{D61E7512-BB20-4DB7-BCDE-76EFBAB1AF55}" type="pres">
      <dgm:prSet presAssocID="{36C12131-C859-4400-8900-DC26E9198422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65CC639E-64E0-4ADB-9265-87308E4F1DE7}" type="pres">
      <dgm:prSet presAssocID="{2790C77C-9632-4C81-B7BC-A78C10ED8189}" presName="bottomLine" presStyleLbl="alignNode1" presStyleIdx="1" presStyleCnt="6">
        <dgm:presLayoutVars/>
      </dgm:prSet>
      <dgm:spPr/>
    </dgm:pt>
    <dgm:pt modelId="{CDB5895A-6175-4D96-B87F-E7F1D5A64526}" type="pres">
      <dgm:prSet presAssocID="{2790C77C-9632-4C81-B7BC-A78C10ED8189}" presName="nodeText" presStyleLbl="bgAccFollowNode1" presStyleIdx="0" presStyleCnt="3">
        <dgm:presLayoutVars>
          <dgm:bulletEnabled val="1"/>
        </dgm:presLayoutVars>
      </dgm:prSet>
      <dgm:spPr/>
    </dgm:pt>
    <dgm:pt modelId="{1CFFC7A4-817B-45B7-9FCE-05C720DF745E}" type="pres">
      <dgm:prSet presAssocID="{36C12131-C859-4400-8900-DC26E9198422}" presName="sibTrans" presStyleCnt="0"/>
      <dgm:spPr/>
    </dgm:pt>
    <dgm:pt modelId="{D9119375-0B73-4AD2-BAFD-51B665C15DC5}" type="pres">
      <dgm:prSet presAssocID="{47D5036E-26DE-4639-B678-6B714DF83692}" presName="compositeNode" presStyleCnt="0">
        <dgm:presLayoutVars>
          <dgm:bulletEnabled val="1"/>
        </dgm:presLayoutVars>
      </dgm:prSet>
      <dgm:spPr/>
    </dgm:pt>
    <dgm:pt modelId="{98A5CFAE-3BC6-4EC3-AB4C-FD6DA1A4F6DF}" type="pres">
      <dgm:prSet presAssocID="{47D5036E-26DE-4639-B678-6B714DF83692}" presName="bgRect" presStyleLbl="bgAccFollowNode1" presStyleIdx="1" presStyleCnt="3"/>
      <dgm:spPr/>
    </dgm:pt>
    <dgm:pt modelId="{F7FE5811-E2C9-4238-83EF-D1E2F4A94E1E}" type="pres">
      <dgm:prSet presAssocID="{A21393E8-63F7-456D-999C-E2B312E3042A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8995BC4E-E5D3-495C-B5EC-9E8598BBA9CF}" type="pres">
      <dgm:prSet presAssocID="{47D5036E-26DE-4639-B678-6B714DF83692}" presName="bottomLine" presStyleLbl="alignNode1" presStyleIdx="3" presStyleCnt="6">
        <dgm:presLayoutVars/>
      </dgm:prSet>
      <dgm:spPr/>
    </dgm:pt>
    <dgm:pt modelId="{DC0B8D96-CEB5-4EFA-86AB-C26E6FAF6BC0}" type="pres">
      <dgm:prSet presAssocID="{47D5036E-26DE-4639-B678-6B714DF83692}" presName="nodeText" presStyleLbl="bgAccFollowNode1" presStyleIdx="1" presStyleCnt="3">
        <dgm:presLayoutVars>
          <dgm:bulletEnabled val="1"/>
        </dgm:presLayoutVars>
      </dgm:prSet>
      <dgm:spPr/>
    </dgm:pt>
    <dgm:pt modelId="{715FFA7A-343F-42B4-897A-E88FAF5F2140}" type="pres">
      <dgm:prSet presAssocID="{A21393E8-63F7-456D-999C-E2B312E3042A}" presName="sibTrans" presStyleCnt="0"/>
      <dgm:spPr/>
    </dgm:pt>
    <dgm:pt modelId="{04BF3221-08F8-49BA-8392-7E8164C88F00}" type="pres">
      <dgm:prSet presAssocID="{D8F85A4D-66A0-4E6D-B70A-273CC8717267}" presName="compositeNode" presStyleCnt="0">
        <dgm:presLayoutVars>
          <dgm:bulletEnabled val="1"/>
        </dgm:presLayoutVars>
      </dgm:prSet>
      <dgm:spPr/>
    </dgm:pt>
    <dgm:pt modelId="{FDD552BB-7FDE-44C7-82D3-4A579DEFC2BB}" type="pres">
      <dgm:prSet presAssocID="{D8F85A4D-66A0-4E6D-B70A-273CC8717267}" presName="bgRect" presStyleLbl="bgAccFollowNode1" presStyleIdx="2" presStyleCnt="3"/>
      <dgm:spPr/>
    </dgm:pt>
    <dgm:pt modelId="{A4A745CD-B127-4B16-9C55-359CD784E2E4}" type="pres">
      <dgm:prSet presAssocID="{1E3AC201-889C-497C-88C0-54701D66A141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991D97FF-FDDA-4B7A-B1DC-96467D0F5AEE}" type="pres">
      <dgm:prSet presAssocID="{D8F85A4D-66A0-4E6D-B70A-273CC8717267}" presName="bottomLine" presStyleLbl="alignNode1" presStyleIdx="5" presStyleCnt="6">
        <dgm:presLayoutVars/>
      </dgm:prSet>
      <dgm:spPr/>
    </dgm:pt>
    <dgm:pt modelId="{6B1D6F9D-DD0C-4B05-9059-F431B745AEFC}" type="pres">
      <dgm:prSet presAssocID="{D8F85A4D-66A0-4E6D-B70A-273CC8717267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9D38AE1D-0056-4B92-B38B-16DDE3123879}" srcId="{D8F85A4D-66A0-4E6D-B70A-273CC8717267}" destId="{A82EA41F-3013-44FE-8ADF-EBDC55B83FDE}" srcOrd="1" destOrd="0" parTransId="{3E93E524-3E29-4CDB-BA5D-21557E4BD385}" sibTransId="{236143DE-87D4-42DE-BE31-5E8938B8392C}"/>
    <dgm:cxn modelId="{05A31529-27A3-4690-BD9E-12C8F5D0C8D1}" type="presOf" srcId="{47D5036E-26DE-4639-B678-6B714DF83692}" destId="{DC0B8D96-CEB5-4EFA-86AB-C26E6FAF6BC0}" srcOrd="1" destOrd="0" presId="urn:microsoft.com/office/officeart/2016/7/layout/BasicLinearProcessNumbered"/>
    <dgm:cxn modelId="{74786F5D-A74C-4664-A31E-489A65081ACA}" type="presOf" srcId="{36C12131-C859-4400-8900-DC26E9198422}" destId="{D61E7512-BB20-4DB7-BCDE-76EFBAB1AF55}" srcOrd="0" destOrd="0" presId="urn:microsoft.com/office/officeart/2016/7/layout/BasicLinearProcessNumbered"/>
    <dgm:cxn modelId="{FD5C1069-AADA-451C-A6A7-79E9AAC1B364}" srcId="{D8F85A4D-66A0-4E6D-B70A-273CC8717267}" destId="{1837A3D9-2FC3-460F-A93B-34BF22B87942}" srcOrd="0" destOrd="0" parTransId="{4B15C574-D97A-4E30-A3A6-DC9161FC8394}" sibTransId="{BB2395C6-41C7-4B28-B2A6-985A13F17B0A}"/>
    <dgm:cxn modelId="{1083F56B-8C0B-4268-B2C3-2EFF9BD05157}" type="presOf" srcId="{47D5036E-26DE-4639-B678-6B714DF83692}" destId="{98A5CFAE-3BC6-4EC3-AB4C-FD6DA1A4F6DF}" srcOrd="0" destOrd="0" presId="urn:microsoft.com/office/officeart/2016/7/layout/BasicLinearProcessNumbered"/>
    <dgm:cxn modelId="{39F5454D-3D00-4E43-A4A9-A8A45ADF24F3}" type="presOf" srcId="{A82EA41F-3013-44FE-8ADF-EBDC55B83FDE}" destId="{6B1D6F9D-DD0C-4B05-9059-F431B745AEFC}" srcOrd="0" destOrd="2" presId="urn:microsoft.com/office/officeart/2016/7/layout/BasicLinearProcessNumbered"/>
    <dgm:cxn modelId="{7CCD6E6F-7768-4D01-804A-DA2684B0F7C7}" type="presOf" srcId="{D8F85A4D-66A0-4E6D-B70A-273CC8717267}" destId="{FDD552BB-7FDE-44C7-82D3-4A579DEFC2BB}" srcOrd="0" destOrd="0" presId="urn:microsoft.com/office/officeart/2016/7/layout/BasicLinearProcessNumbered"/>
    <dgm:cxn modelId="{A8635F73-5C95-493D-8A27-1D61D4BCD835}" type="presOf" srcId="{1E3AC201-889C-497C-88C0-54701D66A141}" destId="{A4A745CD-B127-4B16-9C55-359CD784E2E4}" srcOrd="0" destOrd="0" presId="urn:microsoft.com/office/officeart/2016/7/layout/BasicLinearProcessNumbered"/>
    <dgm:cxn modelId="{93176353-BA2D-4568-83DB-28B60F04093E}" srcId="{D8F85A4D-66A0-4E6D-B70A-273CC8717267}" destId="{27F01700-45F2-40CC-B46F-1844CD3654FD}" srcOrd="2" destOrd="0" parTransId="{C01D4BC5-251D-45DB-BA18-B17D259CD678}" sibTransId="{12BA812C-2021-4555-A4F6-050055EBC601}"/>
    <dgm:cxn modelId="{35237156-3599-4178-B755-31C71D0C1E8A}" srcId="{774C4C40-1608-45E2-A73D-7D1FC512F7D3}" destId="{47D5036E-26DE-4639-B678-6B714DF83692}" srcOrd="1" destOrd="0" parTransId="{E2A99F03-F225-40A0-B249-9A129A624C05}" sibTransId="{A21393E8-63F7-456D-999C-E2B312E3042A}"/>
    <dgm:cxn modelId="{CE17A37C-B683-4C09-AFA1-0AD1BB436242}" type="presOf" srcId="{A21393E8-63F7-456D-999C-E2B312E3042A}" destId="{F7FE5811-E2C9-4238-83EF-D1E2F4A94E1E}" srcOrd="0" destOrd="0" presId="urn:microsoft.com/office/officeart/2016/7/layout/BasicLinearProcessNumbered"/>
    <dgm:cxn modelId="{A04B959F-6F3D-48EA-BC44-1C2773F26109}" type="presOf" srcId="{D8F85A4D-66A0-4E6D-B70A-273CC8717267}" destId="{6B1D6F9D-DD0C-4B05-9059-F431B745AEFC}" srcOrd="1" destOrd="0" presId="urn:microsoft.com/office/officeart/2016/7/layout/BasicLinearProcessNumbered"/>
    <dgm:cxn modelId="{27F9D4A5-7F60-47F3-8905-AE07D6CAB896}" type="presOf" srcId="{774C4C40-1608-45E2-A73D-7D1FC512F7D3}" destId="{FFF360E5-6143-43AD-82AC-B2A642625A2C}" srcOrd="0" destOrd="0" presId="urn:microsoft.com/office/officeart/2016/7/layout/BasicLinearProcessNumbered"/>
    <dgm:cxn modelId="{743A2DAF-765D-4730-96FB-2E58900BF974}" type="presOf" srcId="{2790C77C-9632-4C81-B7BC-A78C10ED8189}" destId="{CDB5895A-6175-4D96-B87F-E7F1D5A64526}" srcOrd="1" destOrd="0" presId="urn:microsoft.com/office/officeart/2016/7/layout/BasicLinearProcessNumbered"/>
    <dgm:cxn modelId="{0EED7AB2-1E73-4A5B-80F0-F40F002B3F3C}" type="presOf" srcId="{2790C77C-9632-4C81-B7BC-A78C10ED8189}" destId="{1006C7F2-A8D5-4135-A98E-D07BAB86236B}" srcOrd="0" destOrd="0" presId="urn:microsoft.com/office/officeart/2016/7/layout/BasicLinearProcessNumbered"/>
    <dgm:cxn modelId="{FE454CBD-3006-409F-B33C-1006D2ADB947}" type="presOf" srcId="{27F01700-45F2-40CC-B46F-1844CD3654FD}" destId="{6B1D6F9D-DD0C-4B05-9059-F431B745AEFC}" srcOrd="0" destOrd="3" presId="urn:microsoft.com/office/officeart/2016/7/layout/BasicLinearProcessNumbered"/>
    <dgm:cxn modelId="{2191B4CC-4F5F-4E88-8BC2-E1111507A178}" srcId="{774C4C40-1608-45E2-A73D-7D1FC512F7D3}" destId="{D8F85A4D-66A0-4E6D-B70A-273CC8717267}" srcOrd="2" destOrd="0" parTransId="{1DD56B8B-5F6D-4AE8-9B85-E95B06968A9D}" sibTransId="{1E3AC201-889C-497C-88C0-54701D66A141}"/>
    <dgm:cxn modelId="{76968AEF-871F-45AF-B4BD-6F1602B976C6}" type="presOf" srcId="{1837A3D9-2FC3-460F-A93B-34BF22B87942}" destId="{6B1D6F9D-DD0C-4B05-9059-F431B745AEFC}" srcOrd="0" destOrd="1" presId="urn:microsoft.com/office/officeart/2016/7/layout/BasicLinearProcessNumbered"/>
    <dgm:cxn modelId="{DD0B48F7-6FA2-498F-9529-54098760D00E}" srcId="{774C4C40-1608-45E2-A73D-7D1FC512F7D3}" destId="{2790C77C-9632-4C81-B7BC-A78C10ED8189}" srcOrd="0" destOrd="0" parTransId="{91C0E15A-3DC4-487F-A678-8EFCD7588BCC}" sibTransId="{36C12131-C859-4400-8900-DC26E9198422}"/>
    <dgm:cxn modelId="{F03A1920-25B9-4FD3-8DF7-A692BB914529}" type="presParOf" srcId="{FFF360E5-6143-43AD-82AC-B2A642625A2C}" destId="{8F2C3F63-BF17-4D14-89C1-67582B44135B}" srcOrd="0" destOrd="0" presId="urn:microsoft.com/office/officeart/2016/7/layout/BasicLinearProcessNumbered"/>
    <dgm:cxn modelId="{2D3BF689-A9EB-40F2-A477-E9D2DE7E1958}" type="presParOf" srcId="{8F2C3F63-BF17-4D14-89C1-67582B44135B}" destId="{1006C7F2-A8D5-4135-A98E-D07BAB86236B}" srcOrd="0" destOrd="0" presId="urn:microsoft.com/office/officeart/2016/7/layout/BasicLinearProcessNumbered"/>
    <dgm:cxn modelId="{198C4B6F-DCF4-44EF-9C85-1CEB2207ADA4}" type="presParOf" srcId="{8F2C3F63-BF17-4D14-89C1-67582B44135B}" destId="{D61E7512-BB20-4DB7-BCDE-76EFBAB1AF55}" srcOrd="1" destOrd="0" presId="urn:microsoft.com/office/officeart/2016/7/layout/BasicLinearProcessNumbered"/>
    <dgm:cxn modelId="{AC053C69-E14A-418C-95BB-B74DEA0D3839}" type="presParOf" srcId="{8F2C3F63-BF17-4D14-89C1-67582B44135B}" destId="{65CC639E-64E0-4ADB-9265-87308E4F1DE7}" srcOrd="2" destOrd="0" presId="urn:microsoft.com/office/officeart/2016/7/layout/BasicLinearProcessNumbered"/>
    <dgm:cxn modelId="{F4902642-2C9C-4888-BEEF-F111EFF59DB1}" type="presParOf" srcId="{8F2C3F63-BF17-4D14-89C1-67582B44135B}" destId="{CDB5895A-6175-4D96-B87F-E7F1D5A64526}" srcOrd="3" destOrd="0" presId="urn:microsoft.com/office/officeart/2016/7/layout/BasicLinearProcessNumbered"/>
    <dgm:cxn modelId="{C7588C76-A799-40ED-8600-021EDD898F97}" type="presParOf" srcId="{FFF360E5-6143-43AD-82AC-B2A642625A2C}" destId="{1CFFC7A4-817B-45B7-9FCE-05C720DF745E}" srcOrd="1" destOrd="0" presId="urn:microsoft.com/office/officeart/2016/7/layout/BasicLinearProcessNumbered"/>
    <dgm:cxn modelId="{7E12B7D8-02F1-460B-845F-889B0086E03A}" type="presParOf" srcId="{FFF360E5-6143-43AD-82AC-B2A642625A2C}" destId="{D9119375-0B73-4AD2-BAFD-51B665C15DC5}" srcOrd="2" destOrd="0" presId="urn:microsoft.com/office/officeart/2016/7/layout/BasicLinearProcessNumbered"/>
    <dgm:cxn modelId="{A6C768F8-38B7-4CF7-B847-2CCB085993E1}" type="presParOf" srcId="{D9119375-0B73-4AD2-BAFD-51B665C15DC5}" destId="{98A5CFAE-3BC6-4EC3-AB4C-FD6DA1A4F6DF}" srcOrd="0" destOrd="0" presId="urn:microsoft.com/office/officeart/2016/7/layout/BasicLinearProcessNumbered"/>
    <dgm:cxn modelId="{38B9D5C1-08EB-43BB-BAA7-BFAD2E4ECF91}" type="presParOf" srcId="{D9119375-0B73-4AD2-BAFD-51B665C15DC5}" destId="{F7FE5811-E2C9-4238-83EF-D1E2F4A94E1E}" srcOrd="1" destOrd="0" presId="urn:microsoft.com/office/officeart/2016/7/layout/BasicLinearProcessNumbered"/>
    <dgm:cxn modelId="{F771B0D8-B890-4840-93A7-BCEECE3E30D7}" type="presParOf" srcId="{D9119375-0B73-4AD2-BAFD-51B665C15DC5}" destId="{8995BC4E-E5D3-495C-B5EC-9E8598BBA9CF}" srcOrd="2" destOrd="0" presId="urn:microsoft.com/office/officeart/2016/7/layout/BasicLinearProcessNumbered"/>
    <dgm:cxn modelId="{44915B85-AEBC-4B20-836F-2B8CC24E2B6D}" type="presParOf" srcId="{D9119375-0B73-4AD2-BAFD-51B665C15DC5}" destId="{DC0B8D96-CEB5-4EFA-86AB-C26E6FAF6BC0}" srcOrd="3" destOrd="0" presId="urn:microsoft.com/office/officeart/2016/7/layout/BasicLinearProcessNumbered"/>
    <dgm:cxn modelId="{F99794A6-0F1C-4892-A54D-5B736B1388D8}" type="presParOf" srcId="{FFF360E5-6143-43AD-82AC-B2A642625A2C}" destId="{715FFA7A-343F-42B4-897A-E88FAF5F2140}" srcOrd="3" destOrd="0" presId="urn:microsoft.com/office/officeart/2016/7/layout/BasicLinearProcessNumbered"/>
    <dgm:cxn modelId="{6C3083F6-C8A6-41C7-9123-5C8707C202C7}" type="presParOf" srcId="{FFF360E5-6143-43AD-82AC-B2A642625A2C}" destId="{04BF3221-08F8-49BA-8392-7E8164C88F00}" srcOrd="4" destOrd="0" presId="urn:microsoft.com/office/officeart/2016/7/layout/BasicLinearProcessNumbered"/>
    <dgm:cxn modelId="{255B3215-5C55-45E3-8099-27FABC26A62D}" type="presParOf" srcId="{04BF3221-08F8-49BA-8392-7E8164C88F00}" destId="{FDD552BB-7FDE-44C7-82D3-4A579DEFC2BB}" srcOrd="0" destOrd="0" presId="urn:microsoft.com/office/officeart/2016/7/layout/BasicLinearProcessNumbered"/>
    <dgm:cxn modelId="{FAFCDD1C-847E-43A0-B251-0F0791D16449}" type="presParOf" srcId="{04BF3221-08F8-49BA-8392-7E8164C88F00}" destId="{A4A745CD-B127-4B16-9C55-359CD784E2E4}" srcOrd="1" destOrd="0" presId="urn:microsoft.com/office/officeart/2016/7/layout/BasicLinearProcessNumbered"/>
    <dgm:cxn modelId="{FA4F038D-0FEA-4D82-A6C4-E6F03884077D}" type="presParOf" srcId="{04BF3221-08F8-49BA-8392-7E8164C88F00}" destId="{991D97FF-FDDA-4B7A-B1DC-96467D0F5AEE}" srcOrd="2" destOrd="0" presId="urn:microsoft.com/office/officeart/2016/7/layout/BasicLinearProcessNumbered"/>
    <dgm:cxn modelId="{45ACA98A-6F9E-4635-BA13-C13A48CBD873}" type="presParOf" srcId="{04BF3221-08F8-49BA-8392-7E8164C88F00}" destId="{6B1D6F9D-DD0C-4B05-9059-F431B745AEFC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CF591E-64D6-493B-B096-3CC256F7C8D1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4AC9FC-26A2-4128-AD26-8FBFB01EE508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Inter 28pt" panose="02000503000000020004" pitchFamily="2" charset="0"/>
              <a:ea typeface="Inter 28pt" panose="02000503000000020004" pitchFamily="2" charset="0"/>
            </a:rPr>
            <a:t>Detecting Cracks Using AI</a:t>
          </a:r>
        </a:p>
      </dsp:txBody>
      <dsp:txXfrm>
        <a:off x="78583" y="2435142"/>
        <a:ext cx="2399612" cy="720000"/>
      </dsp:txXfrm>
    </dsp:sp>
    <dsp:sp modelId="{AD9C4445-0697-4928-AF43-94BBD6356504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15FEAC-5A3E-49C6-89EF-CF179BBF7389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Inter 28pt" panose="02000503000000020004" pitchFamily="2" charset="0"/>
              <a:ea typeface="Inter 28pt" panose="02000503000000020004" pitchFamily="2" charset="0"/>
            </a:rPr>
            <a:t>Problem: Less Data, Complex Patterns</a:t>
          </a:r>
        </a:p>
      </dsp:txBody>
      <dsp:txXfrm>
        <a:off x="2898129" y="2435142"/>
        <a:ext cx="2399612" cy="720000"/>
      </dsp:txXfrm>
    </dsp:sp>
    <dsp:sp modelId="{FC446D87-90AF-4D27-8464-DF200C670492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89D3BB-6689-44D4-A152-B8F49E37C283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Inter 28pt" panose="02000503000000020004" pitchFamily="2" charset="0"/>
              <a:ea typeface="Inter 28pt" panose="02000503000000020004" pitchFamily="2" charset="0"/>
            </a:rPr>
            <a:t>Solution: Learn without Labels</a:t>
          </a:r>
        </a:p>
      </dsp:txBody>
      <dsp:txXfrm>
        <a:off x="5717674" y="2435142"/>
        <a:ext cx="239961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5C35C6-2530-4B84-8085-186F1A08B1B4}">
      <dsp:nvSpPr>
        <dsp:cNvPr id="0" name=""/>
        <dsp:cNvSpPr/>
      </dsp:nvSpPr>
      <dsp:spPr>
        <a:xfrm>
          <a:off x="0" y="0"/>
          <a:ext cx="6556696" cy="811669"/>
        </a:xfrm>
        <a:prstGeom prst="roundRect">
          <a:avLst>
            <a:gd name="adj" fmla="val 10000"/>
          </a:avLst>
        </a:prstGeom>
        <a:noFill/>
        <a:ln w="25400" cap="flat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ysClr val="windowText" lastClr="000000"/>
              </a:solidFill>
              <a:latin typeface="Inter 28pt" panose="02000503000000020004" pitchFamily="2" charset="0"/>
              <a:ea typeface="Inter 28pt" panose="02000503000000020004" pitchFamily="2" charset="0"/>
            </a:rPr>
            <a:t>Only ~500 Images</a:t>
          </a:r>
        </a:p>
      </dsp:txBody>
      <dsp:txXfrm>
        <a:off x="23773" y="23773"/>
        <a:ext cx="5612256" cy="764123"/>
      </dsp:txXfrm>
    </dsp:sp>
    <dsp:sp modelId="{34067058-192F-48E4-92AD-8F5C338F6A79}">
      <dsp:nvSpPr>
        <dsp:cNvPr id="0" name=""/>
        <dsp:cNvSpPr/>
      </dsp:nvSpPr>
      <dsp:spPr>
        <a:xfrm>
          <a:off x="549123" y="959245"/>
          <a:ext cx="6556696" cy="811669"/>
        </a:xfrm>
        <a:prstGeom prst="roundRect">
          <a:avLst>
            <a:gd name="adj" fmla="val 10000"/>
          </a:avLst>
        </a:prstGeom>
        <a:noFill/>
        <a:ln w="25400" cap="flat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ysClr val="windowText" lastClr="000000"/>
              </a:solidFill>
              <a:latin typeface="Inter 28pt" panose="02000503000000020004" pitchFamily="2" charset="0"/>
              <a:ea typeface="Inter 28pt" panose="02000503000000020004" pitchFamily="2" charset="0"/>
            </a:rPr>
            <a:t>Cracks are Thin and Hard to See</a:t>
          </a:r>
        </a:p>
      </dsp:txBody>
      <dsp:txXfrm>
        <a:off x="572896" y="983018"/>
        <a:ext cx="5432442" cy="764123"/>
      </dsp:txXfrm>
    </dsp:sp>
    <dsp:sp modelId="{9C6301D1-F2A8-4615-A505-8887B55BB1F2}">
      <dsp:nvSpPr>
        <dsp:cNvPr id="0" name=""/>
        <dsp:cNvSpPr/>
      </dsp:nvSpPr>
      <dsp:spPr>
        <a:xfrm>
          <a:off x="1090050" y="1918490"/>
          <a:ext cx="6556696" cy="811669"/>
        </a:xfrm>
        <a:prstGeom prst="roundRect">
          <a:avLst>
            <a:gd name="adj" fmla="val 10000"/>
          </a:avLst>
        </a:prstGeom>
        <a:noFill/>
        <a:ln w="25400" cap="flat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ysClr val="windowText" lastClr="000000"/>
              </a:solidFill>
              <a:latin typeface="Inter 28pt" panose="02000503000000020004" pitchFamily="2" charset="0"/>
              <a:ea typeface="Inter 28pt" panose="02000503000000020004" pitchFamily="2" charset="0"/>
            </a:rPr>
            <a:t>Lighting Variation</a:t>
          </a:r>
        </a:p>
      </dsp:txBody>
      <dsp:txXfrm>
        <a:off x="1113823" y="1942263"/>
        <a:ext cx="5440638" cy="764123"/>
      </dsp:txXfrm>
    </dsp:sp>
    <dsp:sp modelId="{59ADC0E1-4C81-45A0-9B10-A00938EBEEFC}">
      <dsp:nvSpPr>
        <dsp:cNvPr id="0" name=""/>
        <dsp:cNvSpPr/>
      </dsp:nvSpPr>
      <dsp:spPr>
        <a:xfrm>
          <a:off x="1639174" y="2877735"/>
          <a:ext cx="6556696" cy="811669"/>
        </a:xfrm>
        <a:prstGeom prst="roundRect">
          <a:avLst>
            <a:gd name="adj" fmla="val 10000"/>
          </a:avLst>
        </a:prstGeom>
        <a:noFill/>
        <a:ln w="25400" cap="flat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ysClr val="windowText" lastClr="000000"/>
              </a:solidFill>
              <a:latin typeface="Inter 28pt" panose="02000503000000020004" pitchFamily="2" charset="0"/>
              <a:ea typeface="Inter 28pt" panose="02000503000000020004" pitchFamily="2" charset="0"/>
            </a:rPr>
            <a:t>Overfitting Risk</a:t>
          </a:r>
        </a:p>
      </dsp:txBody>
      <dsp:txXfrm>
        <a:off x="1662947" y="2901508"/>
        <a:ext cx="5432442" cy="764123"/>
      </dsp:txXfrm>
    </dsp:sp>
    <dsp:sp modelId="{F681C770-7CD4-4DB8-8066-C76CF7FF57C5}">
      <dsp:nvSpPr>
        <dsp:cNvPr id="0" name=""/>
        <dsp:cNvSpPr/>
      </dsp:nvSpPr>
      <dsp:spPr>
        <a:xfrm>
          <a:off x="6029111" y="621664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rgbClr val="00B0F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147817" y="621664"/>
        <a:ext cx="290172" cy="397007"/>
      </dsp:txXfrm>
    </dsp:sp>
    <dsp:sp modelId="{1C4B6EA7-F1EE-46CC-8C8C-BCD771DE2AA4}">
      <dsp:nvSpPr>
        <dsp:cNvPr id="0" name=""/>
        <dsp:cNvSpPr/>
      </dsp:nvSpPr>
      <dsp:spPr>
        <a:xfrm>
          <a:off x="6578235" y="1580910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rgbClr val="00B0F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696941" y="1580910"/>
        <a:ext cx="290172" cy="397007"/>
      </dsp:txXfrm>
    </dsp:sp>
    <dsp:sp modelId="{213F0C58-2C97-4114-B44C-56721AD0E2ED}">
      <dsp:nvSpPr>
        <dsp:cNvPr id="0" name=""/>
        <dsp:cNvSpPr/>
      </dsp:nvSpPr>
      <dsp:spPr>
        <a:xfrm>
          <a:off x="7119162" y="2540155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rgbClr val="00B0F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7237868" y="2540155"/>
        <a:ext cx="290172" cy="3970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2A5648-D937-4880-9271-D98DE3B1D268}">
      <dsp:nvSpPr>
        <dsp:cNvPr id="0" name=""/>
        <dsp:cNvSpPr/>
      </dsp:nvSpPr>
      <dsp:spPr>
        <a:xfrm>
          <a:off x="2401" y="1209894"/>
          <a:ext cx="1714409" cy="1088650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5B8A64-8207-4E62-AEB2-1D377A7B73D7}">
      <dsp:nvSpPr>
        <dsp:cNvPr id="0" name=""/>
        <dsp:cNvSpPr/>
      </dsp:nvSpPr>
      <dsp:spPr>
        <a:xfrm>
          <a:off x="192891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Inter 28pt" panose="02000503000000020004" pitchFamily="2" charset="0"/>
              <a:ea typeface="Inter 28pt" panose="02000503000000020004" pitchFamily="2" charset="0"/>
            </a:rPr>
            <a:t>No Labels Needed</a:t>
          </a:r>
        </a:p>
      </dsp:txBody>
      <dsp:txXfrm>
        <a:off x="224776" y="1422745"/>
        <a:ext cx="1650639" cy="1024880"/>
      </dsp:txXfrm>
    </dsp:sp>
    <dsp:sp modelId="{F2342029-6232-404E-A12A-CBE9D43F1855}">
      <dsp:nvSpPr>
        <dsp:cNvPr id="0" name=""/>
        <dsp:cNvSpPr/>
      </dsp:nvSpPr>
      <dsp:spPr>
        <a:xfrm>
          <a:off x="2097790" y="1209894"/>
          <a:ext cx="1714409" cy="1088650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57E83-AAEE-4666-B357-3BB873D4D07A}">
      <dsp:nvSpPr>
        <dsp:cNvPr id="0" name=""/>
        <dsp:cNvSpPr/>
      </dsp:nvSpPr>
      <dsp:spPr>
        <a:xfrm>
          <a:off x="2288280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Inter 28pt" panose="02000503000000020004" pitchFamily="2" charset="0"/>
              <a:ea typeface="Inter 28pt" panose="02000503000000020004" pitchFamily="2" charset="0"/>
            </a:rPr>
            <a:t>Learns Patterns First</a:t>
          </a:r>
        </a:p>
      </dsp:txBody>
      <dsp:txXfrm>
        <a:off x="2320165" y="1422745"/>
        <a:ext cx="1650639" cy="1024880"/>
      </dsp:txXfrm>
    </dsp:sp>
    <dsp:sp modelId="{9BED64F4-7271-45B1-A21A-7393B721F98A}">
      <dsp:nvSpPr>
        <dsp:cNvPr id="0" name=""/>
        <dsp:cNvSpPr/>
      </dsp:nvSpPr>
      <dsp:spPr>
        <a:xfrm>
          <a:off x="4193180" y="1209894"/>
          <a:ext cx="1714409" cy="1088650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7B2BA2-77A0-48E7-A8F6-AD0F7B134F4D}">
      <dsp:nvSpPr>
        <dsp:cNvPr id="0" name=""/>
        <dsp:cNvSpPr/>
      </dsp:nvSpPr>
      <dsp:spPr>
        <a:xfrm>
          <a:off x="4383670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Inter 28pt" panose="02000503000000020004" pitchFamily="2" charset="0"/>
              <a:ea typeface="Inter 28pt" panose="02000503000000020004" pitchFamily="2" charset="0"/>
            </a:rPr>
            <a:t>Works with Small Datasets</a:t>
          </a:r>
        </a:p>
      </dsp:txBody>
      <dsp:txXfrm>
        <a:off x="4415555" y="1422745"/>
        <a:ext cx="1650639" cy="1024880"/>
      </dsp:txXfrm>
    </dsp:sp>
    <dsp:sp modelId="{55824B23-131B-4976-80E2-8E40FFCA0110}">
      <dsp:nvSpPr>
        <dsp:cNvPr id="0" name=""/>
        <dsp:cNvSpPr/>
      </dsp:nvSpPr>
      <dsp:spPr>
        <a:xfrm>
          <a:off x="6288570" y="1209894"/>
          <a:ext cx="1714409" cy="1088650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4F7D8E-BDA2-4C2F-A420-63819B79E16A}">
      <dsp:nvSpPr>
        <dsp:cNvPr id="0" name=""/>
        <dsp:cNvSpPr/>
      </dsp:nvSpPr>
      <dsp:spPr>
        <a:xfrm>
          <a:off x="6479060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Inter 28pt" panose="02000503000000020004" pitchFamily="2" charset="0"/>
              <a:ea typeface="Inter 28pt" panose="02000503000000020004" pitchFamily="2" charset="0"/>
            </a:rPr>
            <a:t>Improves Generalization</a:t>
          </a:r>
        </a:p>
      </dsp:txBody>
      <dsp:txXfrm>
        <a:off x="6510945" y="1422745"/>
        <a:ext cx="1650639" cy="10248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06C7F2-A8D5-4135-A98E-D07BAB86236B}">
      <dsp:nvSpPr>
        <dsp:cNvPr id="0" name=""/>
        <dsp:cNvSpPr/>
      </dsp:nvSpPr>
      <dsp:spPr>
        <a:xfrm>
          <a:off x="2411" y="924064"/>
          <a:ext cx="1912739" cy="267783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25" tIns="330200" rIns="149125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Inter 28pt" panose="02000503000000020004" pitchFamily="2" charset="0"/>
              <a:ea typeface="Inter 28pt" panose="02000503000000020004" pitchFamily="2" charset="0"/>
            </a:rPr>
            <a:t>Same Image → Different Views</a:t>
          </a:r>
        </a:p>
      </dsp:txBody>
      <dsp:txXfrm>
        <a:off x="2411" y="1941641"/>
        <a:ext cx="1912739" cy="1606700"/>
      </dsp:txXfrm>
    </dsp:sp>
    <dsp:sp modelId="{D61E7512-BB20-4DB7-BCDE-76EFBAB1AF55}">
      <dsp:nvSpPr>
        <dsp:cNvPr id="0" name=""/>
        <dsp:cNvSpPr/>
      </dsp:nvSpPr>
      <dsp:spPr>
        <a:xfrm>
          <a:off x="557105" y="1191847"/>
          <a:ext cx="803350" cy="803350"/>
        </a:xfrm>
        <a:prstGeom prst="ellipse">
          <a:avLst/>
        </a:prstGeom>
        <a:solidFill>
          <a:srgbClr val="00B0F0"/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632" tIns="12700" rIns="62632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1</a:t>
          </a:r>
        </a:p>
      </dsp:txBody>
      <dsp:txXfrm>
        <a:off x="674753" y="1309495"/>
        <a:ext cx="568054" cy="568054"/>
      </dsp:txXfrm>
    </dsp:sp>
    <dsp:sp modelId="{65CC639E-64E0-4ADB-9265-87308E4F1DE7}">
      <dsp:nvSpPr>
        <dsp:cNvPr id="0" name=""/>
        <dsp:cNvSpPr/>
      </dsp:nvSpPr>
      <dsp:spPr>
        <a:xfrm>
          <a:off x="2411" y="3601826"/>
          <a:ext cx="1912739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DE69D3-8733-4167-AE08-2A586238320A}">
      <dsp:nvSpPr>
        <dsp:cNvPr id="0" name=""/>
        <dsp:cNvSpPr/>
      </dsp:nvSpPr>
      <dsp:spPr>
        <a:xfrm>
          <a:off x="2106423" y="924064"/>
          <a:ext cx="1912739" cy="267783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25" tIns="330200" rIns="149125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Inter 28pt" panose="02000503000000020004" pitchFamily="2" charset="0"/>
              <a:ea typeface="Inter 28pt" panose="02000503000000020004" pitchFamily="2" charset="0"/>
            </a:rPr>
            <a:t>Bring Similar Closer</a:t>
          </a:r>
        </a:p>
      </dsp:txBody>
      <dsp:txXfrm>
        <a:off x="2106423" y="1941641"/>
        <a:ext cx="1912739" cy="1606700"/>
      </dsp:txXfrm>
    </dsp:sp>
    <dsp:sp modelId="{D8B12AEF-B01C-4456-9896-9635065F1AAD}">
      <dsp:nvSpPr>
        <dsp:cNvPr id="0" name=""/>
        <dsp:cNvSpPr/>
      </dsp:nvSpPr>
      <dsp:spPr>
        <a:xfrm>
          <a:off x="2661118" y="1191847"/>
          <a:ext cx="803350" cy="803350"/>
        </a:xfrm>
        <a:prstGeom prst="ellipse">
          <a:avLst/>
        </a:prstGeom>
        <a:solidFill>
          <a:srgbClr val="00B0F0"/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632" tIns="12700" rIns="62632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2</a:t>
          </a:r>
        </a:p>
      </dsp:txBody>
      <dsp:txXfrm>
        <a:off x="2778766" y="1309495"/>
        <a:ext cx="568054" cy="568054"/>
      </dsp:txXfrm>
    </dsp:sp>
    <dsp:sp modelId="{3D3374D8-CEBB-46C1-9774-838814AAE553}">
      <dsp:nvSpPr>
        <dsp:cNvPr id="0" name=""/>
        <dsp:cNvSpPr/>
      </dsp:nvSpPr>
      <dsp:spPr>
        <a:xfrm>
          <a:off x="2106423" y="3601826"/>
          <a:ext cx="1912739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F0CAB3-73B3-4C7A-B70B-C8491889DE1A}">
      <dsp:nvSpPr>
        <dsp:cNvPr id="0" name=""/>
        <dsp:cNvSpPr/>
      </dsp:nvSpPr>
      <dsp:spPr>
        <a:xfrm>
          <a:off x="4210436" y="924064"/>
          <a:ext cx="1912739" cy="267783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25" tIns="330200" rIns="149125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Inter 28pt" panose="02000503000000020004" pitchFamily="2" charset="0"/>
              <a:ea typeface="Inter 28pt" panose="02000503000000020004" pitchFamily="2" charset="0"/>
            </a:rPr>
            <a:t>Push Different Apart</a:t>
          </a:r>
        </a:p>
      </dsp:txBody>
      <dsp:txXfrm>
        <a:off x="4210436" y="1941641"/>
        <a:ext cx="1912739" cy="1606700"/>
      </dsp:txXfrm>
    </dsp:sp>
    <dsp:sp modelId="{F143377D-2B5E-467C-9842-DED3369C85EF}">
      <dsp:nvSpPr>
        <dsp:cNvPr id="0" name=""/>
        <dsp:cNvSpPr/>
      </dsp:nvSpPr>
      <dsp:spPr>
        <a:xfrm>
          <a:off x="4765131" y="1191847"/>
          <a:ext cx="803350" cy="803350"/>
        </a:xfrm>
        <a:prstGeom prst="ellipse">
          <a:avLst/>
        </a:prstGeom>
        <a:solidFill>
          <a:srgbClr val="00B0F0"/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632" tIns="12700" rIns="62632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3</a:t>
          </a:r>
        </a:p>
      </dsp:txBody>
      <dsp:txXfrm>
        <a:off x="4882779" y="1309495"/>
        <a:ext cx="568054" cy="568054"/>
      </dsp:txXfrm>
    </dsp:sp>
    <dsp:sp modelId="{885E2074-C07B-4BCA-B6F5-2FD4DE921EB4}">
      <dsp:nvSpPr>
        <dsp:cNvPr id="0" name=""/>
        <dsp:cNvSpPr/>
      </dsp:nvSpPr>
      <dsp:spPr>
        <a:xfrm>
          <a:off x="4210436" y="3601826"/>
          <a:ext cx="1912739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4BF630-BC01-498D-A549-C24F1519DF6B}">
      <dsp:nvSpPr>
        <dsp:cNvPr id="0" name=""/>
        <dsp:cNvSpPr/>
      </dsp:nvSpPr>
      <dsp:spPr>
        <a:xfrm>
          <a:off x="6314449" y="924064"/>
          <a:ext cx="1912739" cy="267783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25" tIns="330200" rIns="149125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Inter 28pt" panose="02000503000000020004" pitchFamily="2" charset="0"/>
              <a:ea typeface="Inter 28pt" panose="02000503000000020004" pitchFamily="2" charset="0"/>
            </a:rPr>
            <a:t>Focus: Textures &amp; Edges</a:t>
          </a:r>
        </a:p>
      </dsp:txBody>
      <dsp:txXfrm>
        <a:off x="6314449" y="1941641"/>
        <a:ext cx="1912739" cy="1606700"/>
      </dsp:txXfrm>
    </dsp:sp>
    <dsp:sp modelId="{3F458934-DB2C-463C-A264-7C5153856E9A}">
      <dsp:nvSpPr>
        <dsp:cNvPr id="0" name=""/>
        <dsp:cNvSpPr/>
      </dsp:nvSpPr>
      <dsp:spPr>
        <a:xfrm>
          <a:off x="6869144" y="1191847"/>
          <a:ext cx="803350" cy="803350"/>
        </a:xfrm>
        <a:prstGeom prst="ellipse">
          <a:avLst/>
        </a:prstGeom>
        <a:solidFill>
          <a:srgbClr val="00B0F0"/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632" tIns="12700" rIns="62632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4</a:t>
          </a:r>
        </a:p>
      </dsp:txBody>
      <dsp:txXfrm>
        <a:off x="6986792" y="1309495"/>
        <a:ext cx="568054" cy="568054"/>
      </dsp:txXfrm>
    </dsp:sp>
    <dsp:sp modelId="{71626C2E-1662-4904-97FD-F38E24671959}">
      <dsp:nvSpPr>
        <dsp:cNvPr id="0" name=""/>
        <dsp:cNvSpPr/>
      </dsp:nvSpPr>
      <dsp:spPr>
        <a:xfrm>
          <a:off x="6314449" y="3601826"/>
          <a:ext cx="1912739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06C7F2-A8D5-4135-A98E-D07BAB86236B}">
      <dsp:nvSpPr>
        <dsp:cNvPr id="0" name=""/>
        <dsp:cNvSpPr/>
      </dsp:nvSpPr>
      <dsp:spPr>
        <a:xfrm>
          <a:off x="2411" y="924064"/>
          <a:ext cx="1912739" cy="267783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25" tIns="330200" rIns="149125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>
              <a:latin typeface="Inter 28pt" panose="02000503000000020004" pitchFamily="2" charset="0"/>
              <a:ea typeface="Inter 28pt" panose="02000503000000020004" pitchFamily="2" charset="0"/>
            </a:rPr>
            <a:t>Learns From Itself</a:t>
          </a:r>
          <a:endParaRPr lang="en-US" sz="2200" kern="1200" dirty="0">
            <a:latin typeface="Inter 28pt" panose="02000503000000020004" pitchFamily="2" charset="0"/>
            <a:ea typeface="Inter 28pt" panose="02000503000000020004" pitchFamily="2" charset="0"/>
          </a:endParaRPr>
        </a:p>
      </dsp:txBody>
      <dsp:txXfrm>
        <a:off x="2411" y="1941641"/>
        <a:ext cx="1912739" cy="1606700"/>
      </dsp:txXfrm>
    </dsp:sp>
    <dsp:sp modelId="{D61E7512-BB20-4DB7-BCDE-76EFBAB1AF55}">
      <dsp:nvSpPr>
        <dsp:cNvPr id="0" name=""/>
        <dsp:cNvSpPr/>
      </dsp:nvSpPr>
      <dsp:spPr>
        <a:xfrm>
          <a:off x="557105" y="1191847"/>
          <a:ext cx="803350" cy="803350"/>
        </a:xfrm>
        <a:prstGeom prst="ellipse">
          <a:avLst/>
        </a:prstGeom>
        <a:solidFill>
          <a:srgbClr val="00B0F0"/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632" tIns="12700" rIns="62632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1</a:t>
          </a:r>
        </a:p>
      </dsp:txBody>
      <dsp:txXfrm>
        <a:off x="674753" y="1309495"/>
        <a:ext cx="568054" cy="568054"/>
      </dsp:txXfrm>
    </dsp:sp>
    <dsp:sp modelId="{65CC639E-64E0-4ADB-9265-87308E4F1DE7}">
      <dsp:nvSpPr>
        <dsp:cNvPr id="0" name=""/>
        <dsp:cNvSpPr/>
      </dsp:nvSpPr>
      <dsp:spPr>
        <a:xfrm>
          <a:off x="2411" y="3601826"/>
          <a:ext cx="1912739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DE69D3-8733-4167-AE08-2A586238320A}">
      <dsp:nvSpPr>
        <dsp:cNvPr id="0" name=""/>
        <dsp:cNvSpPr/>
      </dsp:nvSpPr>
      <dsp:spPr>
        <a:xfrm>
          <a:off x="2106423" y="924064"/>
          <a:ext cx="1912739" cy="267783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25" tIns="330200" rIns="149125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>
              <a:latin typeface="Inter 28pt" panose="02000503000000020004" pitchFamily="2" charset="0"/>
              <a:ea typeface="Inter 28pt" panose="02000503000000020004" pitchFamily="2" charset="0"/>
            </a:rPr>
            <a:t>Online &amp; Target Networks</a:t>
          </a:r>
          <a:endParaRPr lang="en-US" sz="2200" kern="1200" dirty="0">
            <a:latin typeface="Inter 28pt" panose="02000503000000020004" pitchFamily="2" charset="0"/>
            <a:ea typeface="Inter 28pt" panose="02000503000000020004" pitchFamily="2" charset="0"/>
          </a:endParaRPr>
        </a:p>
      </dsp:txBody>
      <dsp:txXfrm>
        <a:off x="2106423" y="1941641"/>
        <a:ext cx="1912739" cy="1606700"/>
      </dsp:txXfrm>
    </dsp:sp>
    <dsp:sp modelId="{D8B12AEF-B01C-4456-9896-9635065F1AAD}">
      <dsp:nvSpPr>
        <dsp:cNvPr id="0" name=""/>
        <dsp:cNvSpPr/>
      </dsp:nvSpPr>
      <dsp:spPr>
        <a:xfrm>
          <a:off x="2661118" y="1191847"/>
          <a:ext cx="803350" cy="803350"/>
        </a:xfrm>
        <a:prstGeom prst="ellipse">
          <a:avLst/>
        </a:prstGeom>
        <a:solidFill>
          <a:srgbClr val="00B0F0"/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632" tIns="12700" rIns="62632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2</a:t>
          </a:r>
        </a:p>
      </dsp:txBody>
      <dsp:txXfrm>
        <a:off x="2778766" y="1309495"/>
        <a:ext cx="568054" cy="568054"/>
      </dsp:txXfrm>
    </dsp:sp>
    <dsp:sp modelId="{3D3374D8-CEBB-46C1-9774-838814AAE553}">
      <dsp:nvSpPr>
        <dsp:cNvPr id="0" name=""/>
        <dsp:cNvSpPr/>
      </dsp:nvSpPr>
      <dsp:spPr>
        <a:xfrm>
          <a:off x="2106423" y="3601826"/>
          <a:ext cx="1912739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F0CAB3-73B3-4C7A-B70B-C8491889DE1A}">
      <dsp:nvSpPr>
        <dsp:cNvPr id="0" name=""/>
        <dsp:cNvSpPr/>
      </dsp:nvSpPr>
      <dsp:spPr>
        <a:xfrm>
          <a:off x="4210436" y="924064"/>
          <a:ext cx="1912739" cy="267783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25" tIns="330200" rIns="149125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>
              <a:latin typeface="Inter 28pt" panose="02000503000000020004" pitchFamily="2" charset="0"/>
              <a:ea typeface="Inter 28pt" panose="02000503000000020004" pitchFamily="2" charset="0"/>
            </a:rPr>
            <a:t>No Negative Pairs</a:t>
          </a:r>
          <a:endParaRPr lang="en-US" sz="2200" kern="1200" dirty="0">
            <a:latin typeface="Inter 28pt" panose="02000503000000020004" pitchFamily="2" charset="0"/>
            <a:ea typeface="Inter 28pt" panose="02000503000000020004" pitchFamily="2" charset="0"/>
          </a:endParaRPr>
        </a:p>
      </dsp:txBody>
      <dsp:txXfrm>
        <a:off x="4210436" y="1941641"/>
        <a:ext cx="1912739" cy="1606700"/>
      </dsp:txXfrm>
    </dsp:sp>
    <dsp:sp modelId="{F143377D-2B5E-467C-9842-DED3369C85EF}">
      <dsp:nvSpPr>
        <dsp:cNvPr id="0" name=""/>
        <dsp:cNvSpPr/>
      </dsp:nvSpPr>
      <dsp:spPr>
        <a:xfrm>
          <a:off x="4765131" y="1191847"/>
          <a:ext cx="803350" cy="803350"/>
        </a:xfrm>
        <a:prstGeom prst="ellipse">
          <a:avLst/>
        </a:prstGeom>
        <a:solidFill>
          <a:srgbClr val="00B0F0"/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632" tIns="12700" rIns="62632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3</a:t>
          </a:r>
        </a:p>
      </dsp:txBody>
      <dsp:txXfrm>
        <a:off x="4882779" y="1309495"/>
        <a:ext cx="568054" cy="568054"/>
      </dsp:txXfrm>
    </dsp:sp>
    <dsp:sp modelId="{885E2074-C07B-4BCA-B6F5-2FD4DE921EB4}">
      <dsp:nvSpPr>
        <dsp:cNvPr id="0" name=""/>
        <dsp:cNvSpPr/>
      </dsp:nvSpPr>
      <dsp:spPr>
        <a:xfrm>
          <a:off x="4210436" y="3601826"/>
          <a:ext cx="1912739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4BF630-BC01-498D-A549-C24F1519DF6B}">
      <dsp:nvSpPr>
        <dsp:cNvPr id="0" name=""/>
        <dsp:cNvSpPr/>
      </dsp:nvSpPr>
      <dsp:spPr>
        <a:xfrm>
          <a:off x="6314449" y="924064"/>
          <a:ext cx="1912739" cy="267783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25" tIns="330200" rIns="149125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>
              <a:latin typeface="Inter 28pt" panose="02000503000000020004" pitchFamily="2" charset="0"/>
              <a:ea typeface="Inter 28pt" panose="02000503000000020004" pitchFamily="2" charset="0"/>
            </a:rPr>
            <a:t>Stable Training</a:t>
          </a:r>
          <a:endParaRPr lang="en-US" sz="2200" kern="1200" dirty="0">
            <a:latin typeface="Inter 28pt" panose="02000503000000020004" pitchFamily="2" charset="0"/>
            <a:ea typeface="Inter 28pt" panose="02000503000000020004" pitchFamily="2" charset="0"/>
          </a:endParaRPr>
        </a:p>
      </dsp:txBody>
      <dsp:txXfrm>
        <a:off x="6314449" y="1941641"/>
        <a:ext cx="1912739" cy="1606700"/>
      </dsp:txXfrm>
    </dsp:sp>
    <dsp:sp modelId="{3F458934-DB2C-463C-A264-7C5153856E9A}">
      <dsp:nvSpPr>
        <dsp:cNvPr id="0" name=""/>
        <dsp:cNvSpPr/>
      </dsp:nvSpPr>
      <dsp:spPr>
        <a:xfrm>
          <a:off x="6869144" y="1191847"/>
          <a:ext cx="803350" cy="803350"/>
        </a:xfrm>
        <a:prstGeom prst="ellipse">
          <a:avLst/>
        </a:prstGeom>
        <a:solidFill>
          <a:srgbClr val="00B0F0"/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632" tIns="12700" rIns="62632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4</a:t>
          </a:r>
        </a:p>
      </dsp:txBody>
      <dsp:txXfrm>
        <a:off x="6986792" y="1309495"/>
        <a:ext cx="568054" cy="568054"/>
      </dsp:txXfrm>
    </dsp:sp>
    <dsp:sp modelId="{71626C2E-1662-4904-97FD-F38E24671959}">
      <dsp:nvSpPr>
        <dsp:cNvPr id="0" name=""/>
        <dsp:cNvSpPr/>
      </dsp:nvSpPr>
      <dsp:spPr>
        <a:xfrm>
          <a:off x="6314449" y="3601826"/>
          <a:ext cx="1912739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06C7F2-A8D5-4135-A98E-D07BAB86236B}">
      <dsp:nvSpPr>
        <dsp:cNvPr id="0" name=""/>
        <dsp:cNvSpPr/>
      </dsp:nvSpPr>
      <dsp:spPr>
        <a:xfrm>
          <a:off x="0" y="462756"/>
          <a:ext cx="2571749" cy="360044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0504" tIns="330200" rIns="200504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>
              <a:latin typeface="Inter 28pt" panose="02000503000000020004" pitchFamily="2" charset="0"/>
              <a:ea typeface="Inter 28pt" panose="02000503000000020004" pitchFamily="2" charset="0"/>
            </a:rPr>
            <a:t>Hide Parts of Image</a:t>
          </a:r>
          <a:endParaRPr lang="en-US" sz="2600" kern="1200" dirty="0">
            <a:latin typeface="Inter 28pt" panose="02000503000000020004" pitchFamily="2" charset="0"/>
            <a:ea typeface="Inter 28pt" panose="02000503000000020004" pitchFamily="2" charset="0"/>
          </a:endParaRPr>
        </a:p>
      </dsp:txBody>
      <dsp:txXfrm>
        <a:off x="0" y="1830927"/>
        <a:ext cx="2571749" cy="2160269"/>
      </dsp:txXfrm>
    </dsp:sp>
    <dsp:sp modelId="{D61E7512-BB20-4DB7-BCDE-76EFBAB1AF55}">
      <dsp:nvSpPr>
        <dsp:cNvPr id="0" name=""/>
        <dsp:cNvSpPr/>
      </dsp:nvSpPr>
      <dsp:spPr>
        <a:xfrm>
          <a:off x="745807" y="822801"/>
          <a:ext cx="1080134" cy="1080134"/>
        </a:xfrm>
        <a:prstGeom prst="ellipse">
          <a:avLst/>
        </a:prstGeom>
        <a:solidFill>
          <a:srgbClr val="00B0F0"/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212" tIns="12700" rIns="8421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903989" y="980983"/>
        <a:ext cx="763770" cy="763770"/>
      </dsp:txXfrm>
    </dsp:sp>
    <dsp:sp modelId="{65CC639E-64E0-4ADB-9265-87308E4F1DE7}">
      <dsp:nvSpPr>
        <dsp:cNvPr id="0" name=""/>
        <dsp:cNvSpPr/>
      </dsp:nvSpPr>
      <dsp:spPr>
        <a:xfrm>
          <a:off x="0" y="4063134"/>
          <a:ext cx="2571749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033D64-517B-46A9-A091-771891CE7F43}">
      <dsp:nvSpPr>
        <dsp:cNvPr id="0" name=""/>
        <dsp:cNvSpPr/>
      </dsp:nvSpPr>
      <dsp:spPr>
        <a:xfrm>
          <a:off x="2828925" y="462756"/>
          <a:ext cx="2571749" cy="360044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0504" tIns="330200" rIns="200504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>
              <a:latin typeface="Inter 28pt" panose="02000503000000020004" pitchFamily="2" charset="0"/>
              <a:ea typeface="Inter 28pt" panose="02000503000000020004" pitchFamily="2" charset="0"/>
            </a:rPr>
            <a:t>Reconstruct Missing Patches</a:t>
          </a:r>
        </a:p>
      </dsp:txBody>
      <dsp:txXfrm>
        <a:off x="2828925" y="1830927"/>
        <a:ext cx="2571749" cy="2160269"/>
      </dsp:txXfrm>
    </dsp:sp>
    <dsp:sp modelId="{D2493F77-2F91-4922-87EF-B94D193EAA00}">
      <dsp:nvSpPr>
        <dsp:cNvPr id="0" name=""/>
        <dsp:cNvSpPr/>
      </dsp:nvSpPr>
      <dsp:spPr>
        <a:xfrm>
          <a:off x="3574732" y="822801"/>
          <a:ext cx="1080134" cy="1080134"/>
        </a:xfrm>
        <a:prstGeom prst="ellipse">
          <a:avLst/>
        </a:prstGeom>
        <a:solidFill>
          <a:srgbClr val="00B0F0"/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212" tIns="12700" rIns="8421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800" kern="1200"/>
            <a:t>2</a:t>
          </a:r>
        </a:p>
      </dsp:txBody>
      <dsp:txXfrm>
        <a:off x="3732914" y="980983"/>
        <a:ext cx="763770" cy="763770"/>
      </dsp:txXfrm>
    </dsp:sp>
    <dsp:sp modelId="{8FC4B5BC-C312-4F32-9694-2D813990A083}">
      <dsp:nvSpPr>
        <dsp:cNvPr id="0" name=""/>
        <dsp:cNvSpPr/>
      </dsp:nvSpPr>
      <dsp:spPr>
        <a:xfrm>
          <a:off x="2828925" y="4063134"/>
          <a:ext cx="2571749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3F1556-89CE-41F9-B9AC-1ACDB8C05DDB}">
      <dsp:nvSpPr>
        <dsp:cNvPr id="0" name=""/>
        <dsp:cNvSpPr/>
      </dsp:nvSpPr>
      <dsp:spPr>
        <a:xfrm>
          <a:off x="5657849" y="462756"/>
          <a:ext cx="2571749" cy="360044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0504" tIns="330200" rIns="200504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>
              <a:latin typeface="Inter 28pt" panose="02000503000000020004" pitchFamily="2" charset="0"/>
              <a:ea typeface="Inter 28pt" panose="02000503000000020004" pitchFamily="2" charset="0"/>
            </a:rPr>
            <a:t>Learns Deep Structure</a:t>
          </a:r>
        </a:p>
      </dsp:txBody>
      <dsp:txXfrm>
        <a:off x="5657849" y="1830927"/>
        <a:ext cx="2571749" cy="2160269"/>
      </dsp:txXfrm>
    </dsp:sp>
    <dsp:sp modelId="{4FA3929F-7083-4A7C-A378-6FAA50BE14E3}">
      <dsp:nvSpPr>
        <dsp:cNvPr id="0" name=""/>
        <dsp:cNvSpPr/>
      </dsp:nvSpPr>
      <dsp:spPr>
        <a:xfrm>
          <a:off x="6403657" y="822801"/>
          <a:ext cx="1080134" cy="1080134"/>
        </a:xfrm>
        <a:prstGeom prst="ellipse">
          <a:avLst/>
        </a:prstGeom>
        <a:solidFill>
          <a:srgbClr val="00B0F0"/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212" tIns="12700" rIns="8421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800" kern="1200"/>
            <a:t>3</a:t>
          </a:r>
        </a:p>
      </dsp:txBody>
      <dsp:txXfrm>
        <a:off x="6561839" y="980983"/>
        <a:ext cx="763770" cy="763770"/>
      </dsp:txXfrm>
    </dsp:sp>
    <dsp:sp modelId="{48EF1B9E-5411-4E8C-838E-226F8BAB9DBD}">
      <dsp:nvSpPr>
        <dsp:cNvPr id="0" name=""/>
        <dsp:cNvSpPr/>
      </dsp:nvSpPr>
      <dsp:spPr>
        <a:xfrm>
          <a:off x="5657849" y="4063134"/>
          <a:ext cx="2571749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ED4008-46DA-45F3-BFF4-451E4CDABDFC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31FF5D-E442-453E-8905-1976BA789985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latin typeface="Inter 28pt" panose="02000503000000020004" pitchFamily="2" charset="0"/>
              <a:ea typeface="Inter 28pt" panose="02000503000000020004" pitchFamily="2" charset="0"/>
            </a:rPr>
            <a:t>SimCLR</a:t>
          </a:r>
          <a:r>
            <a:rPr lang="en-US" sz="2400" kern="1200" dirty="0">
              <a:latin typeface="Inter 28pt" panose="02000503000000020004" pitchFamily="2" charset="0"/>
              <a:ea typeface="Inter 28pt" panose="02000503000000020004" pitchFamily="2" charset="0"/>
            </a:rPr>
            <a:t> → Strong Detail Learning</a:t>
          </a:r>
        </a:p>
      </dsp:txBody>
      <dsp:txXfrm>
        <a:off x="298991" y="1277365"/>
        <a:ext cx="2219346" cy="1377989"/>
      </dsp:txXfrm>
    </dsp:sp>
    <dsp:sp modelId="{3FBE04F1-9C15-44A9-AA58-417CBE0D7D00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516C8A-9AD3-40F8-A944-26A9636E9633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Inter 28pt" panose="02000503000000020004" pitchFamily="2" charset="0"/>
              <a:ea typeface="Inter 28pt" panose="02000503000000020004" pitchFamily="2" charset="0"/>
            </a:rPr>
            <a:t>BYOL → Stable Learning</a:t>
          </a:r>
        </a:p>
      </dsp:txBody>
      <dsp:txXfrm>
        <a:off x="3116322" y="1277365"/>
        <a:ext cx="2219346" cy="1377989"/>
      </dsp:txXfrm>
    </dsp:sp>
    <dsp:sp modelId="{B2863A06-EBCD-4718-8770-8578A7290C34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CD8156-4EC7-4DAF-A4CB-97FDB7A7C618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Inter 28pt" panose="02000503000000020004" pitchFamily="2" charset="0"/>
              <a:ea typeface="Inter 28pt" panose="02000503000000020004" pitchFamily="2" charset="0"/>
            </a:rPr>
            <a:t>MAE → Structural Understanding</a:t>
          </a:r>
        </a:p>
      </dsp:txBody>
      <dsp:txXfrm>
        <a:off x="5933653" y="1277365"/>
        <a:ext cx="2219346" cy="137798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06C7F2-A8D5-4135-A98E-D07BAB86236B}">
      <dsp:nvSpPr>
        <dsp:cNvPr id="0" name=""/>
        <dsp:cNvSpPr/>
      </dsp:nvSpPr>
      <dsp:spPr>
        <a:xfrm>
          <a:off x="0" y="462756"/>
          <a:ext cx="2571749" cy="360044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0504" tIns="330200" rIns="200504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>
              <a:latin typeface="Inter 28pt" panose="02000503000000020004" pitchFamily="2" charset="0"/>
              <a:ea typeface="Inter 28pt" panose="02000503000000020004" pitchFamily="2" charset="0"/>
            </a:rPr>
            <a:t>Handles Small Data Challenges</a:t>
          </a:r>
          <a:endParaRPr lang="en-US" sz="2600" kern="1200" dirty="0">
            <a:latin typeface="Inter 28pt" panose="02000503000000020004" pitchFamily="2" charset="0"/>
            <a:ea typeface="Inter 28pt" panose="02000503000000020004" pitchFamily="2" charset="0"/>
          </a:endParaRPr>
        </a:p>
      </dsp:txBody>
      <dsp:txXfrm>
        <a:off x="0" y="1830927"/>
        <a:ext cx="2571749" cy="2160269"/>
      </dsp:txXfrm>
    </dsp:sp>
    <dsp:sp modelId="{D61E7512-BB20-4DB7-BCDE-76EFBAB1AF55}">
      <dsp:nvSpPr>
        <dsp:cNvPr id="0" name=""/>
        <dsp:cNvSpPr/>
      </dsp:nvSpPr>
      <dsp:spPr>
        <a:xfrm>
          <a:off x="745807" y="822801"/>
          <a:ext cx="1080134" cy="1080134"/>
        </a:xfrm>
        <a:prstGeom prst="ellipse">
          <a:avLst/>
        </a:prstGeom>
        <a:solidFill>
          <a:srgbClr val="00B0F0"/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212" tIns="12700" rIns="8421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  <a:endParaRPr lang="en-US" sz="4800" kern="1200" dirty="0"/>
        </a:p>
      </dsp:txBody>
      <dsp:txXfrm>
        <a:off x="903989" y="980983"/>
        <a:ext cx="763770" cy="763770"/>
      </dsp:txXfrm>
    </dsp:sp>
    <dsp:sp modelId="{65CC639E-64E0-4ADB-9265-87308E4F1DE7}">
      <dsp:nvSpPr>
        <dsp:cNvPr id="0" name=""/>
        <dsp:cNvSpPr/>
      </dsp:nvSpPr>
      <dsp:spPr>
        <a:xfrm>
          <a:off x="0" y="4063134"/>
          <a:ext cx="2571749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A5CFAE-3BC6-4EC3-AB4C-FD6DA1A4F6DF}">
      <dsp:nvSpPr>
        <dsp:cNvPr id="0" name=""/>
        <dsp:cNvSpPr/>
      </dsp:nvSpPr>
      <dsp:spPr>
        <a:xfrm>
          <a:off x="2828925" y="462756"/>
          <a:ext cx="2571749" cy="360044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0504" tIns="330200" rIns="200504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>
              <a:latin typeface="Inter 28pt" panose="02000503000000020004" pitchFamily="2" charset="0"/>
              <a:ea typeface="Inter 28pt" panose="02000503000000020004" pitchFamily="2" charset="0"/>
            </a:rPr>
            <a:t>Improves Feature Learning</a:t>
          </a:r>
        </a:p>
      </dsp:txBody>
      <dsp:txXfrm>
        <a:off x="2828925" y="1830927"/>
        <a:ext cx="2571749" cy="2160269"/>
      </dsp:txXfrm>
    </dsp:sp>
    <dsp:sp modelId="{F7FE5811-E2C9-4238-83EF-D1E2F4A94E1E}">
      <dsp:nvSpPr>
        <dsp:cNvPr id="0" name=""/>
        <dsp:cNvSpPr/>
      </dsp:nvSpPr>
      <dsp:spPr>
        <a:xfrm>
          <a:off x="3574732" y="822801"/>
          <a:ext cx="1080134" cy="1080134"/>
        </a:xfrm>
        <a:prstGeom prst="ellipse">
          <a:avLst/>
        </a:prstGeom>
        <a:solidFill>
          <a:srgbClr val="00B0F0"/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212" tIns="12700" rIns="8421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800" kern="1200"/>
            <a:t>2</a:t>
          </a:r>
        </a:p>
      </dsp:txBody>
      <dsp:txXfrm>
        <a:off x="3732914" y="980983"/>
        <a:ext cx="763770" cy="763770"/>
      </dsp:txXfrm>
    </dsp:sp>
    <dsp:sp modelId="{8995BC4E-E5D3-495C-B5EC-9E8598BBA9CF}">
      <dsp:nvSpPr>
        <dsp:cNvPr id="0" name=""/>
        <dsp:cNvSpPr/>
      </dsp:nvSpPr>
      <dsp:spPr>
        <a:xfrm>
          <a:off x="2828925" y="4063134"/>
          <a:ext cx="2571749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D552BB-7FDE-44C7-82D3-4A579DEFC2BB}">
      <dsp:nvSpPr>
        <dsp:cNvPr id="0" name=""/>
        <dsp:cNvSpPr/>
      </dsp:nvSpPr>
      <dsp:spPr>
        <a:xfrm>
          <a:off x="5657849" y="462756"/>
          <a:ext cx="2571749" cy="360044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0504" tIns="330200" rIns="200504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>
              <a:latin typeface="Inter 28pt" panose="02000503000000020004" pitchFamily="2" charset="0"/>
              <a:ea typeface="Inter 28pt" panose="02000503000000020004" pitchFamily="2" charset="0"/>
            </a:rPr>
            <a:t>Final Strategy: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 err="1">
              <a:latin typeface="Inter 28pt" panose="02000503000000020004" pitchFamily="2" charset="0"/>
              <a:ea typeface="Inter 28pt" panose="02000503000000020004" pitchFamily="2" charset="0"/>
            </a:rPr>
            <a:t>SimCLR</a:t>
          </a:r>
          <a:endParaRPr lang="en-GB" sz="2000" kern="1200" dirty="0">
            <a:latin typeface="Inter 28pt" panose="02000503000000020004" pitchFamily="2" charset="0"/>
            <a:ea typeface="Inter 28pt" panose="02000503000000020004" pitchFamily="2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>
              <a:latin typeface="Inter 28pt" panose="02000503000000020004" pitchFamily="2" charset="0"/>
              <a:ea typeface="Inter 28pt" panose="02000503000000020004" pitchFamily="2" charset="0"/>
            </a:rPr>
            <a:t>BYOL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>
              <a:latin typeface="Inter 28pt" panose="02000503000000020004" pitchFamily="2" charset="0"/>
              <a:ea typeface="Inter 28pt" panose="02000503000000020004" pitchFamily="2" charset="0"/>
            </a:rPr>
            <a:t>MAE</a:t>
          </a:r>
        </a:p>
      </dsp:txBody>
      <dsp:txXfrm>
        <a:off x="5657849" y="1830927"/>
        <a:ext cx="2571749" cy="2160269"/>
      </dsp:txXfrm>
    </dsp:sp>
    <dsp:sp modelId="{A4A745CD-B127-4B16-9C55-359CD784E2E4}">
      <dsp:nvSpPr>
        <dsp:cNvPr id="0" name=""/>
        <dsp:cNvSpPr/>
      </dsp:nvSpPr>
      <dsp:spPr>
        <a:xfrm>
          <a:off x="6403657" y="822801"/>
          <a:ext cx="1080134" cy="1080134"/>
        </a:xfrm>
        <a:prstGeom prst="ellipse">
          <a:avLst/>
        </a:prstGeom>
        <a:solidFill>
          <a:srgbClr val="00B0F0"/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212" tIns="12700" rIns="8421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800" kern="1200"/>
            <a:t>3</a:t>
          </a:r>
        </a:p>
      </dsp:txBody>
      <dsp:txXfrm>
        <a:off x="6561839" y="980983"/>
        <a:ext cx="763770" cy="763770"/>
      </dsp:txXfrm>
    </dsp:sp>
    <dsp:sp modelId="{991D97FF-FDDA-4B7A-B1DC-96467D0F5AEE}">
      <dsp:nvSpPr>
        <dsp:cNvPr id="0" name=""/>
        <dsp:cNvSpPr/>
      </dsp:nvSpPr>
      <dsp:spPr>
        <a:xfrm>
          <a:off x="5657849" y="4063134"/>
          <a:ext cx="2571749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82C7C-F6C0-1EE8-68DE-5C3027F10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07241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Inter 28pt ExtraBold" panose="02000503000000020004" pitchFamily="2" charset="0"/>
                <a:ea typeface="Inter 28pt ExtraBold" panose="02000503000000020004" pitchFamily="2" charset="0"/>
              </a:rPr>
              <a:t>Self-Supervised Learning </a:t>
            </a:r>
            <a:br>
              <a:rPr lang="en-GB" dirty="0">
                <a:latin typeface="Inter 28pt ExtraBold" panose="02000503000000020004" pitchFamily="2" charset="0"/>
                <a:ea typeface="Inter 28pt ExtraBold" panose="02000503000000020004" pitchFamily="2" charset="0"/>
              </a:rPr>
            </a:br>
            <a:r>
              <a:rPr lang="en-GB" dirty="0">
                <a:latin typeface="Inter 28pt ExtraBold" panose="02000503000000020004" pitchFamily="2" charset="0"/>
                <a:ea typeface="Inter 28pt ExtraBold" panose="02000503000000020004" pitchFamily="2" charset="0"/>
              </a:rPr>
              <a:t>for Crack Detection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01A99-88E7-9B8F-F07D-8FA8BFB65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595018"/>
            <a:ext cx="8229600" cy="4525963"/>
          </a:xfrm>
        </p:spPr>
        <p:txBody>
          <a:bodyPr>
            <a:normAutofit/>
          </a:bodyPr>
          <a:lstStyle/>
          <a:p>
            <a:r>
              <a:rPr lang="en-GB" sz="2400" dirty="0">
                <a:latin typeface="Inter 28pt" panose="02000503000000020004" pitchFamily="2" charset="0"/>
                <a:ea typeface="Inter 28pt" panose="02000503000000020004" pitchFamily="2" charset="0"/>
              </a:rPr>
              <a:t>Md Saif Abrar Chowdhury 	(2022-3-60-051)</a:t>
            </a:r>
          </a:p>
          <a:p>
            <a:r>
              <a:rPr lang="en-GB" sz="2400" dirty="0">
                <a:latin typeface="Inter 28pt" panose="02000503000000020004" pitchFamily="2" charset="0"/>
                <a:ea typeface="Inter 28pt" panose="02000503000000020004" pitchFamily="2" charset="0"/>
              </a:rPr>
              <a:t>Syeda </a:t>
            </a:r>
            <a:r>
              <a:rPr lang="en-GB" sz="2400" dirty="0" err="1">
                <a:latin typeface="Inter 28pt" panose="02000503000000020004" pitchFamily="2" charset="0"/>
                <a:ea typeface="Inter 28pt" panose="02000503000000020004" pitchFamily="2" charset="0"/>
              </a:rPr>
              <a:t>Rehnova</a:t>
            </a:r>
            <a:r>
              <a:rPr lang="en-GB" sz="2400" dirty="0">
                <a:latin typeface="Inter 28pt" panose="02000503000000020004" pitchFamily="2" charset="0"/>
                <a:ea typeface="Inter 28pt" panose="02000503000000020004" pitchFamily="2" charset="0"/>
              </a:rPr>
              <a:t> </a:t>
            </a:r>
            <a:r>
              <a:rPr lang="en-GB" sz="2400" dirty="0" err="1">
                <a:latin typeface="Inter 28pt" panose="02000503000000020004" pitchFamily="2" charset="0"/>
                <a:ea typeface="Inter 28pt" panose="02000503000000020004" pitchFamily="2" charset="0"/>
              </a:rPr>
              <a:t>Nobo</a:t>
            </a:r>
            <a:r>
              <a:rPr lang="en-GB" sz="2400" dirty="0">
                <a:latin typeface="Inter 28pt" panose="02000503000000020004" pitchFamily="2" charset="0"/>
                <a:ea typeface="Inter 28pt" panose="02000503000000020004" pitchFamily="2" charset="0"/>
              </a:rPr>
              <a:t> 		(2022-3-60-058)</a:t>
            </a:r>
          </a:p>
          <a:p>
            <a:r>
              <a:rPr lang="en-GB" sz="2400" dirty="0" err="1">
                <a:latin typeface="Inter 28pt" panose="02000503000000020004" pitchFamily="2" charset="0"/>
                <a:ea typeface="Inter 28pt" panose="02000503000000020004" pitchFamily="2" charset="0"/>
              </a:rPr>
              <a:t>Sunjeda</a:t>
            </a:r>
            <a:r>
              <a:rPr lang="en-GB" sz="2400" dirty="0">
                <a:latin typeface="Inter 28pt" panose="02000503000000020004" pitchFamily="2" charset="0"/>
                <a:ea typeface="Inter 28pt" panose="02000503000000020004" pitchFamily="2" charset="0"/>
              </a:rPr>
              <a:t> Islam 				(2022-1-60-194)</a:t>
            </a:r>
          </a:p>
          <a:p>
            <a:r>
              <a:rPr lang="en-GB" sz="2400" dirty="0">
                <a:latin typeface="Inter 28pt" panose="02000503000000020004" pitchFamily="2" charset="0"/>
                <a:ea typeface="Inter 28pt" panose="02000503000000020004" pitchFamily="2" charset="0"/>
              </a:rPr>
              <a:t>Mithila </a:t>
            </a:r>
            <a:r>
              <a:rPr lang="en-GB" sz="2400" dirty="0" err="1">
                <a:latin typeface="Inter 28pt" panose="02000503000000020004" pitchFamily="2" charset="0"/>
                <a:ea typeface="Inter 28pt" panose="02000503000000020004" pitchFamily="2" charset="0"/>
              </a:rPr>
              <a:t>Mostofa</a:t>
            </a:r>
            <a:r>
              <a:rPr lang="en-GB" sz="2400" dirty="0">
                <a:latin typeface="Inter 28pt" panose="02000503000000020004" pitchFamily="2" charset="0"/>
                <a:ea typeface="Inter 28pt" panose="02000503000000020004" pitchFamily="2" charset="0"/>
              </a:rPr>
              <a:t> Tonni 		(2023-1-60-155)</a:t>
            </a:r>
          </a:p>
        </p:txBody>
      </p:sp>
    </p:spTree>
    <p:extLst>
      <p:ext uri="{BB962C8B-B14F-4D97-AF65-F5344CB8AC3E}">
        <p14:creationId xmlns:p14="http://schemas.microsoft.com/office/powerpoint/2010/main" val="3208772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0EA83E-BB61-D1D5-A77E-D3589DBC41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230012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 fontScale="90000"/>
          </a:bodyPr>
          <a:lstStyle/>
          <a:p>
            <a:r>
              <a:rPr lang="en-GB" sz="3200" dirty="0">
                <a:solidFill>
                  <a:srgbClr val="FFFFFF"/>
                </a:solidFill>
                <a:latin typeface="Inter 28pt ExtraBold" panose="02000503000000020004" pitchFamily="2" charset="0"/>
                <a:ea typeface="Inter 28pt ExtraBold" panose="02000503000000020004" pitchFamily="2" charset="0"/>
              </a:rPr>
              <a:t>Self-Supervised Learning </a:t>
            </a:r>
            <a:br>
              <a:rPr lang="en-GB" sz="3200" dirty="0">
                <a:solidFill>
                  <a:srgbClr val="FFFFFF"/>
                </a:solidFill>
                <a:latin typeface="Inter 28pt ExtraBold" panose="02000503000000020004" pitchFamily="2" charset="0"/>
                <a:ea typeface="Inter 28pt ExtraBold" panose="02000503000000020004" pitchFamily="2" charset="0"/>
              </a:rPr>
            </a:br>
            <a:r>
              <a:rPr lang="en-GB" sz="3200" dirty="0">
                <a:solidFill>
                  <a:srgbClr val="FFFFFF"/>
                </a:solidFill>
                <a:latin typeface="Inter 28pt ExtraBold" panose="02000503000000020004" pitchFamily="2" charset="0"/>
                <a:ea typeface="Inter 28pt ExtraBold" panose="02000503000000020004" pitchFamily="2" charset="0"/>
              </a:rPr>
              <a:t>for Crack Detection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GB" sz="3500" dirty="0">
                <a:solidFill>
                  <a:srgbClr val="FFFFFF"/>
                </a:solidFill>
                <a:latin typeface="Inter 28pt ExtraBold" panose="02000503000000020004" pitchFamily="2" charset="0"/>
                <a:ea typeface="Inter 28pt ExtraBold" panose="02000503000000020004" pitchFamily="2" charset="0"/>
              </a:rPr>
              <a:t>Problem Context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F6B444-E5AA-760E-E908-CEEF8A8B74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4651746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GB" sz="3500" dirty="0">
                <a:solidFill>
                  <a:srgbClr val="FFFFFF"/>
                </a:solidFill>
                <a:latin typeface="Inter 28pt ExtraBold" panose="02000503000000020004" pitchFamily="2" charset="0"/>
                <a:ea typeface="Inter 28pt ExtraBold" panose="02000503000000020004" pitchFamily="2" charset="0"/>
              </a:rPr>
              <a:t>Why Self-Supervised Learning?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32F499-0219-ACEC-DE53-74B1D8EC66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3736528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>
                <a:latin typeface="Inter 28pt ExtraBold" panose="02000503000000020004" pitchFamily="2" charset="0"/>
                <a:ea typeface="Inter 28pt ExtraBold" panose="02000503000000020004" pitchFamily="2" charset="0"/>
              </a:rPr>
              <a:t>SimCLR</a:t>
            </a:r>
            <a:r>
              <a:rPr dirty="0">
                <a:latin typeface="Inter 28pt ExtraBold" panose="02000503000000020004" pitchFamily="2" charset="0"/>
                <a:ea typeface="Inter 28pt ExtraBold" panose="02000503000000020004" pitchFamily="2" charset="0"/>
              </a:rPr>
              <a:t> (Contrastive Learning)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9FE116C-AB39-E75F-FD50-7ECC019430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068090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84D79-9950-D4B9-BC21-D98CD4365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2B564-4ADB-119A-7391-3243A3349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Inter 28pt ExtraBold" panose="02000503000000020004" pitchFamily="2" charset="0"/>
                <a:ea typeface="Inter 28pt ExtraBold" panose="02000503000000020004" pitchFamily="2" charset="0"/>
              </a:rPr>
              <a:t>BYOL (Bootstrap Your Own Latent)</a:t>
            </a:r>
            <a:endParaRPr dirty="0">
              <a:latin typeface="Inter 28pt ExtraBold" panose="02000503000000020004" pitchFamily="2" charset="0"/>
              <a:ea typeface="Inter 28pt ExtraBold" panose="02000503000000020004" pitchFamily="2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A830710-9645-DC27-09E3-7580956503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9989191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3932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DCAA1-94FA-A5F0-1045-57C2D864E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69D08-8D72-3400-CB81-59E5DA7ED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Inter 28pt ExtraBold" panose="02000503000000020004" pitchFamily="2" charset="0"/>
                <a:ea typeface="Inter 28pt ExtraBold" panose="02000503000000020004" pitchFamily="2" charset="0"/>
              </a:rPr>
              <a:t>MAE (Masked Autoencoder)</a:t>
            </a:r>
            <a:endParaRPr dirty="0">
              <a:latin typeface="Inter 28pt ExtraBold" panose="02000503000000020004" pitchFamily="2" charset="0"/>
              <a:ea typeface="Inter 28pt ExtraBold" panose="02000503000000020004" pitchFamily="2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C23CF3-3FDF-B47C-0020-342E9B2A35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9301385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7588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GB" sz="3500" dirty="0">
                <a:solidFill>
                  <a:srgbClr val="FFFFFF"/>
                </a:solidFill>
                <a:latin typeface="Inter 28pt ExtraBold" panose="02000503000000020004" pitchFamily="2" charset="0"/>
                <a:ea typeface="Inter 28pt ExtraBold" panose="02000503000000020004" pitchFamily="2" charset="0"/>
              </a:rPr>
              <a:t>Comparison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D70BBF-ABF7-244C-80B9-D13463FAEE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1110917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88C4A-4AF6-F00F-DC3D-6B6E3CFCC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5C7F3-BCDC-E5B7-2341-DC7162B30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Inter 28pt ExtraBold" panose="02000503000000020004" pitchFamily="2" charset="0"/>
                <a:ea typeface="Inter 28pt ExtraBold" panose="02000503000000020004" pitchFamily="2" charset="0"/>
              </a:rPr>
              <a:t>Conclusion</a:t>
            </a:r>
            <a:endParaRPr dirty="0">
              <a:latin typeface="Inter 28pt ExtraBold" panose="02000503000000020004" pitchFamily="2" charset="0"/>
              <a:ea typeface="Inter 28pt ExtraBold" panose="02000503000000020004" pitchFamily="2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7D3E8A-7B51-ABE7-F4EB-F3BB969206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7960152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4826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191</Words>
  <Application>Microsoft Office PowerPoint</Application>
  <PresentationFormat>On-screen Show (4:3)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Inter 28pt</vt:lpstr>
      <vt:lpstr>Inter 28pt ExtraBold</vt:lpstr>
      <vt:lpstr>Office Theme</vt:lpstr>
      <vt:lpstr>Self-Supervised Learning  for Crack Detection</vt:lpstr>
      <vt:lpstr>Self-Supervised Learning  for Crack Detection</vt:lpstr>
      <vt:lpstr>Problem Context</vt:lpstr>
      <vt:lpstr>Why Self-Supervised Learning?</vt:lpstr>
      <vt:lpstr>SimCLR (Contrastive Learning)</vt:lpstr>
      <vt:lpstr>BYOL (Bootstrap Your Own Latent)</vt:lpstr>
      <vt:lpstr>MAE (Masked Autoencoder)</vt:lpstr>
      <vt:lpstr>Comparison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Saif Abrar</cp:lastModifiedBy>
  <cp:revision>4</cp:revision>
  <dcterms:created xsi:type="dcterms:W3CDTF">2013-01-27T09:14:16Z</dcterms:created>
  <dcterms:modified xsi:type="dcterms:W3CDTF">2026-04-21T21:44:17Z</dcterms:modified>
  <cp:category/>
</cp:coreProperties>
</file>